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9"/>
  </p:notesMasterIdLst>
  <p:sldIdLst>
    <p:sldId id="256" r:id="rId3"/>
    <p:sldId id="257" r:id="rId4"/>
    <p:sldId id="270" r:id="rId5"/>
    <p:sldId id="258" r:id="rId6"/>
    <p:sldId id="259" r:id="rId7"/>
    <p:sldId id="260" r:id="rId8"/>
    <p:sldId id="262" r:id="rId9"/>
    <p:sldId id="263" r:id="rId10"/>
    <p:sldId id="264" r:id="rId11"/>
    <p:sldId id="265" r:id="rId12"/>
    <p:sldId id="266" r:id="rId13"/>
    <p:sldId id="272" r:id="rId14"/>
    <p:sldId id="268" r:id="rId15"/>
    <p:sldId id="269" r:id="rId16"/>
    <p:sldId id="274"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9D4E11-9C44-4A69-B08E-8C90E25E9E99}" type="datetimeFigureOut">
              <a:rPr lang="en-US" smtClean="0"/>
              <a:t>3/24/2026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7DA465-4BEF-420A-80B9-168D75A79793}" type="slidenum">
              <a:rPr lang="en-US" smtClean="0"/>
              <a:t>‹#›</a:t>
            </a:fld>
            <a:endParaRPr lang="en-US"/>
          </a:p>
        </p:txBody>
      </p:sp>
    </p:spTree>
    <p:extLst>
      <p:ext uri="{BB962C8B-B14F-4D97-AF65-F5344CB8AC3E}">
        <p14:creationId xmlns:p14="http://schemas.microsoft.com/office/powerpoint/2010/main" val="1074369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7DA465-4BEF-420A-80B9-168D75A79793}" type="slidenum">
              <a:rPr lang="en-US" smtClean="0"/>
              <a:t>1</a:t>
            </a:fld>
            <a:endParaRPr lang="en-US"/>
          </a:p>
        </p:txBody>
      </p:sp>
    </p:spTree>
    <p:extLst>
      <p:ext uri="{BB962C8B-B14F-4D97-AF65-F5344CB8AC3E}">
        <p14:creationId xmlns:p14="http://schemas.microsoft.com/office/powerpoint/2010/main" val="497204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4E41E-1CE8-1561-B13D-1BD6BCD14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1187A-759F-BF6B-E1AE-42DD7499C9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1F3D5-FA1B-49DF-0530-1B6738FA3C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1DF6A2-B53C-488B-B509-C05204B38D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33786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BE3CA-8603-956C-FE73-7961D0B26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846B5-91CF-4276-E2CE-F7F9C245F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140E9-E8A5-6367-59AC-BA157806A3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579D7A-7931-B939-A2D4-E5BC257D41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6859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D1C8-A001-3671-67CF-2C51F676FF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06ADB7-3594-8E87-3AC3-2D28C93859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E6A22E-43AD-3FAF-B032-45E551E13188}"/>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5" name="Footer Placeholder 4">
            <a:extLst>
              <a:ext uri="{FF2B5EF4-FFF2-40B4-BE49-F238E27FC236}">
                <a16:creationId xmlns:a16="http://schemas.microsoft.com/office/drawing/2014/main" id="{0BBC8F42-3300-56C2-9C00-53BF0F0E38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7F0A59-56B7-BB1A-9165-4BEE4A08108A}"/>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859535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494C1-D301-D617-62A6-B5B215F6BF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4752BD-C41C-9957-4390-1752AB7588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0A4FB9-FBC8-8247-109F-FCD90198CD24}"/>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5" name="Footer Placeholder 4">
            <a:extLst>
              <a:ext uri="{FF2B5EF4-FFF2-40B4-BE49-F238E27FC236}">
                <a16:creationId xmlns:a16="http://schemas.microsoft.com/office/drawing/2014/main" id="{6B37133C-F31A-8484-CA70-C9E5DE128C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A77AC4-2595-519D-729F-7AAFDEC9E04C}"/>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905348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1F4A0-31B1-C2F4-E91B-0FD417FCD7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C96E0D-9544-C6F5-25D3-66053C1F2D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F691AA-ECA0-DC27-6FA8-C5EF02D64C69}"/>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5" name="Footer Placeholder 4">
            <a:extLst>
              <a:ext uri="{FF2B5EF4-FFF2-40B4-BE49-F238E27FC236}">
                <a16:creationId xmlns:a16="http://schemas.microsoft.com/office/drawing/2014/main" id="{9AB9868D-E9E0-0F4D-E947-F2C2217228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DC8033-3552-934C-4037-60C0EFB5BE63}"/>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01859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47608-5968-371C-3C82-5455182A3E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31BF24-E95D-63EB-26FE-0465E2C56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682935-2122-CBB1-0F37-A5EE2DFA24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AE2240-CDE3-B77F-97CF-45E873FB02BD}"/>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6" name="Footer Placeholder 5">
            <a:extLst>
              <a:ext uri="{FF2B5EF4-FFF2-40B4-BE49-F238E27FC236}">
                <a16:creationId xmlns:a16="http://schemas.microsoft.com/office/drawing/2014/main" id="{F6D94A1D-3E47-96F1-2345-515C088590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EA3D5B-3399-9627-0440-B288CF47E434}"/>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759701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0E29B-86DA-D02F-196C-283013B6F7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30789D-FA88-CEBC-F410-CF39B79ED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7D52B0-C28B-3777-C4D4-40BF0213CA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F9CC55-B453-1C2B-573F-6B6CB3B15D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468186-E574-08D3-B1C9-0944A1F534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216783-CACF-23C2-6B18-CBE2E7EC5B77}"/>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8" name="Footer Placeholder 7">
            <a:extLst>
              <a:ext uri="{FF2B5EF4-FFF2-40B4-BE49-F238E27FC236}">
                <a16:creationId xmlns:a16="http://schemas.microsoft.com/office/drawing/2014/main" id="{D2085B0D-F54E-AFCC-2A11-1E72F2E6D7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500F25-0CF2-543D-A790-97EBF24FECC7}"/>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82313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D5F0B-55E3-79B5-0FA9-EBB6E04766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FFC90D-4E31-68F9-3649-43E5A1734B4A}"/>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4" name="Footer Placeholder 3">
            <a:extLst>
              <a:ext uri="{FF2B5EF4-FFF2-40B4-BE49-F238E27FC236}">
                <a16:creationId xmlns:a16="http://schemas.microsoft.com/office/drawing/2014/main" id="{700AE31B-8154-AFEA-99DC-23C1433AF9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69E499-67B5-6818-9470-20D3245F9A36}"/>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3685595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7925F9-8836-2731-2415-E9048D534C4B}"/>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3" name="Footer Placeholder 2">
            <a:extLst>
              <a:ext uri="{FF2B5EF4-FFF2-40B4-BE49-F238E27FC236}">
                <a16:creationId xmlns:a16="http://schemas.microsoft.com/office/drawing/2014/main" id="{9BAA7D79-5525-8E0A-0872-9D9A4FEC20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E29F34-711B-8DB9-3D9E-025C13C503CF}"/>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015498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04517-18A4-4FA1-97C2-5B72718091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C8E9F1-DBBE-1648-ACC4-3E85183E1D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F3CECB-5FCC-3498-F84D-6562D492B5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C0641B-8EC0-21D6-9666-AE48C289A1AD}"/>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6" name="Footer Placeholder 5">
            <a:extLst>
              <a:ext uri="{FF2B5EF4-FFF2-40B4-BE49-F238E27FC236}">
                <a16:creationId xmlns:a16="http://schemas.microsoft.com/office/drawing/2014/main" id="{62C6EC1D-46D6-41E6-7401-40A89E8C8A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ED9433-9223-BF6C-24AE-02969CC0B71C}"/>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623848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83CE3-9F07-2E7E-069E-328F6972B6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B286A0-D003-72DE-EB76-122BE1FE4F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88D15B-F664-F0A4-7CFF-958E87B2DB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4D774E-F9F3-66A9-0A07-35536838A1A0}"/>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6" name="Footer Placeholder 5">
            <a:extLst>
              <a:ext uri="{FF2B5EF4-FFF2-40B4-BE49-F238E27FC236}">
                <a16:creationId xmlns:a16="http://schemas.microsoft.com/office/drawing/2014/main" id="{E7A2903F-F711-F7FC-F01D-8A4675E3DD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683C8B-BC4A-059A-1B5E-FF9EB1F99B6B}"/>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552953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C62A8-46E6-27A3-37F3-237FB7B930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04F02E-5074-7FEC-E1B9-F4B2E32493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4666A9-AD1B-D42A-C4C0-676F40089DFE}"/>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5" name="Footer Placeholder 4">
            <a:extLst>
              <a:ext uri="{FF2B5EF4-FFF2-40B4-BE49-F238E27FC236}">
                <a16:creationId xmlns:a16="http://schemas.microsoft.com/office/drawing/2014/main" id="{000DA104-5DED-DF4E-392A-C03E4B6513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128105-952B-B1DC-CD82-38EBC3A06A12}"/>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231022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FD01F3-4BEC-41B7-2BDE-7E06C9873E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D4BC3B-3D9C-977F-788E-ACC7E9CE96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1A111A-89BC-DF66-0463-F43333A7866A}"/>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5" name="Footer Placeholder 4">
            <a:extLst>
              <a:ext uri="{FF2B5EF4-FFF2-40B4-BE49-F238E27FC236}">
                <a16:creationId xmlns:a16="http://schemas.microsoft.com/office/drawing/2014/main" id="{47A8A549-0BFE-FAB8-9B87-43E0207B6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7CB065-A3F6-F2FF-4F8F-7C9EFA2036A0}"/>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9145620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EB33-01E5-8E1C-046E-AC48E37870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3DE693-68AA-6351-27FC-1FD73BF7F8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CC8EED-5534-3034-E4B9-389107291C20}"/>
              </a:ext>
            </a:extLst>
          </p:cNvPr>
          <p:cNvSpPr>
            <a:spLocks noGrp="1"/>
          </p:cNvSpPr>
          <p:nvPr>
            <p:ph type="dt" sz="half" idx="10"/>
          </p:nvPr>
        </p:nvSpPr>
        <p:spPr/>
        <p:txBody>
          <a:bodyPr/>
          <a:lstStyle/>
          <a:p>
            <a:fld id="{F5EB8AF8-51DB-439C-B7DC-3AE057B08D60}" type="datetimeFigureOut">
              <a:rPr lang="en-US" smtClean="0"/>
              <a:t>3/24/2026</a:t>
            </a:fld>
            <a:endParaRPr lang="en-US"/>
          </a:p>
        </p:txBody>
      </p:sp>
      <p:sp>
        <p:nvSpPr>
          <p:cNvPr id="5" name="Footer Placeholder 4">
            <a:extLst>
              <a:ext uri="{FF2B5EF4-FFF2-40B4-BE49-F238E27FC236}">
                <a16:creationId xmlns:a16="http://schemas.microsoft.com/office/drawing/2014/main" id="{3FC1431D-240A-FDA9-68C3-F4AB00CCC6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C9ECBB-745A-641C-55EB-0347DCFB8CAB}"/>
              </a:ext>
            </a:extLst>
          </p:cNvPr>
          <p:cNvSpPr>
            <a:spLocks noGrp="1"/>
          </p:cNvSpPr>
          <p:nvPr>
            <p:ph type="sldNum" sz="quarter" idx="12"/>
          </p:nvPr>
        </p:nvSpPr>
        <p:spPr/>
        <p:txBody>
          <a:bodyPr/>
          <a:lstStyle/>
          <a:p>
            <a:fld id="{F5BEA17C-EEAC-409E-8CBF-AEE2233C2172}" type="slidenum">
              <a:rPr lang="en-US" smtClean="0"/>
              <a:t>‹#›</a:t>
            </a:fld>
            <a:endParaRPr lang="en-US"/>
          </a:p>
        </p:txBody>
      </p:sp>
    </p:spTree>
    <p:extLst>
      <p:ext uri="{BB962C8B-B14F-4D97-AF65-F5344CB8AC3E}">
        <p14:creationId xmlns:p14="http://schemas.microsoft.com/office/powerpoint/2010/main" val="25189290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6C130-E186-9E0B-1C68-01EDA0A682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58563F-5E97-D1D8-0A10-C4B90CA277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962D3-075F-7EA9-684F-0A44346ABC38}"/>
              </a:ext>
            </a:extLst>
          </p:cNvPr>
          <p:cNvSpPr>
            <a:spLocks noGrp="1"/>
          </p:cNvSpPr>
          <p:nvPr>
            <p:ph type="dt" sz="half" idx="10"/>
          </p:nvPr>
        </p:nvSpPr>
        <p:spPr/>
        <p:txBody>
          <a:bodyPr/>
          <a:lstStyle/>
          <a:p>
            <a:fld id="{F5EB8AF8-51DB-439C-B7DC-3AE057B08D60}" type="datetimeFigureOut">
              <a:rPr lang="en-US" smtClean="0"/>
              <a:t>3/24/2026</a:t>
            </a:fld>
            <a:endParaRPr lang="en-US"/>
          </a:p>
        </p:txBody>
      </p:sp>
      <p:sp>
        <p:nvSpPr>
          <p:cNvPr id="5" name="Footer Placeholder 4">
            <a:extLst>
              <a:ext uri="{FF2B5EF4-FFF2-40B4-BE49-F238E27FC236}">
                <a16:creationId xmlns:a16="http://schemas.microsoft.com/office/drawing/2014/main" id="{DCE92D80-9601-00C6-3E22-C32B68006D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6ED9B1-8280-D371-3D84-C48696736A6F}"/>
              </a:ext>
            </a:extLst>
          </p:cNvPr>
          <p:cNvSpPr>
            <a:spLocks noGrp="1"/>
          </p:cNvSpPr>
          <p:nvPr>
            <p:ph type="sldNum" sz="quarter" idx="12"/>
          </p:nvPr>
        </p:nvSpPr>
        <p:spPr/>
        <p:txBody>
          <a:bodyPr/>
          <a:lstStyle/>
          <a:p>
            <a:fld id="{F5BEA17C-EEAC-409E-8CBF-AEE2233C2172}" type="slidenum">
              <a:rPr lang="en-US" smtClean="0"/>
              <a:t>‹#›</a:t>
            </a:fld>
            <a:endParaRPr lang="en-US"/>
          </a:p>
        </p:txBody>
      </p:sp>
    </p:spTree>
    <p:extLst>
      <p:ext uri="{BB962C8B-B14F-4D97-AF65-F5344CB8AC3E}">
        <p14:creationId xmlns:p14="http://schemas.microsoft.com/office/powerpoint/2010/main" val="2059646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1CC68-6C70-9FD5-654B-614752EBA4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93B13F-DA46-8C6D-1A9A-82B34F69C8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3B2A80-B2B6-3BC3-C229-694CD93A8FAF}"/>
              </a:ext>
            </a:extLst>
          </p:cNvPr>
          <p:cNvSpPr>
            <a:spLocks noGrp="1"/>
          </p:cNvSpPr>
          <p:nvPr>
            <p:ph type="dt" sz="half" idx="10"/>
          </p:nvPr>
        </p:nvSpPr>
        <p:spPr/>
        <p:txBody>
          <a:bodyPr/>
          <a:lstStyle/>
          <a:p>
            <a:fld id="{F5EB8AF8-51DB-439C-B7DC-3AE057B08D60}" type="datetimeFigureOut">
              <a:rPr lang="en-US" smtClean="0"/>
              <a:t>3/24/2026</a:t>
            </a:fld>
            <a:endParaRPr lang="en-US"/>
          </a:p>
        </p:txBody>
      </p:sp>
      <p:sp>
        <p:nvSpPr>
          <p:cNvPr id="5" name="Footer Placeholder 4">
            <a:extLst>
              <a:ext uri="{FF2B5EF4-FFF2-40B4-BE49-F238E27FC236}">
                <a16:creationId xmlns:a16="http://schemas.microsoft.com/office/drawing/2014/main" id="{CD159978-5154-2D9C-7B13-0C611FCB58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2085A7-AB37-1A68-61B9-A8BFAC20D388}"/>
              </a:ext>
            </a:extLst>
          </p:cNvPr>
          <p:cNvSpPr>
            <a:spLocks noGrp="1"/>
          </p:cNvSpPr>
          <p:nvPr>
            <p:ph type="sldNum" sz="quarter" idx="12"/>
          </p:nvPr>
        </p:nvSpPr>
        <p:spPr/>
        <p:txBody>
          <a:bodyPr/>
          <a:lstStyle/>
          <a:p>
            <a:fld id="{F5BEA17C-EEAC-409E-8CBF-AEE2233C2172}" type="slidenum">
              <a:rPr lang="en-US" smtClean="0"/>
              <a:t>‹#›</a:t>
            </a:fld>
            <a:endParaRPr lang="en-US"/>
          </a:p>
        </p:txBody>
      </p:sp>
    </p:spTree>
    <p:extLst>
      <p:ext uri="{BB962C8B-B14F-4D97-AF65-F5344CB8AC3E}">
        <p14:creationId xmlns:p14="http://schemas.microsoft.com/office/powerpoint/2010/main" val="40147343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0F6D8-DD8C-3322-3EE4-55C48053F2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F49E14-24CC-43B5-C64E-E58C799CD3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149AEF-CD1E-1231-4F61-7DBDF702A3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EC3902-02BE-715A-80FF-45B47F5DEB59}"/>
              </a:ext>
            </a:extLst>
          </p:cNvPr>
          <p:cNvSpPr>
            <a:spLocks noGrp="1"/>
          </p:cNvSpPr>
          <p:nvPr>
            <p:ph type="dt" sz="half" idx="10"/>
          </p:nvPr>
        </p:nvSpPr>
        <p:spPr/>
        <p:txBody>
          <a:bodyPr/>
          <a:lstStyle/>
          <a:p>
            <a:fld id="{F5EB8AF8-51DB-439C-B7DC-3AE057B08D60}" type="datetimeFigureOut">
              <a:rPr lang="en-US" smtClean="0"/>
              <a:t>3/24/2026</a:t>
            </a:fld>
            <a:endParaRPr lang="en-US"/>
          </a:p>
        </p:txBody>
      </p:sp>
      <p:sp>
        <p:nvSpPr>
          <p:cNvPr id="6" name="Footer Placeholder 5">
            <a:extLst>
              <a:ext uri="{FF2B5EF4-FFF2-40B4-BE49-F238E27FC236}">
                <a16:creationId xmlns:a16="http://schemas.microsoft.com/office/drawing/2014/main" id="{D59986EE-0FD0-9034-528F-24DB0F0465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C61829-4C0C-1E5A-8534-48B9605CD922}"/>
              </a:ext>
            </a:extLst>
          </p:cNvPr>
          <p:cNvSpPr>
            <a:spLocks noGrp="1"/>
          </p:cNvSpPr>
          <p:nvPr>
            <p:ph type="sldNum" sz="quarter" idx="12"/>
          </p:nvPr>
        </p:nvSpPr>
        <p:spPr/>
        <p:txBody>
          <a:bodyPr/>
          <a:lstStyle/>
          <a:p>
            <a:fld id="{F5BEA17C-EEAC-409E-8CBF-AEE2233C2172}" type="slidenum">
              <a:rPr lang="en-US" smtClean="0"/>
              <a:t>‹#›</a:t>
            </a:fld>
            <a:endParaRPr lang="en-US"/>
          </a:p>
        </p:txBody>
      </p:sp>
    </p:spTree>
    <p:extLst>
      <p:ext uri="{BB962C8B-B14F-4D97-AF65-F5344CB8AC3E}">
        <p14:creationId xmlns:p14="http://schemas.microsoft.com/office/powerpoint/2010/main" val="39725113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C39F9-44A7-D93F-E774-3C1B7AC00B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2D655D-4387-9D22-885E-FCECB95FA5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4AA962-53FF-E14A-DEE3-5596D5BE0A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CFC074-B8B4-87ED-3CB3-D86E97484F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126BB3-189B-48DA-8E04-53F8BB1D6D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9B1AAF-6E05-5948-FD13-D3B0BB033446}"/>
              </a:ext>
            </a:extLst>
          </p:cNvPr>
          <p:cNvSpPr>
            <a:spLocks noGrp="1"/>
          </p:cNvSpPr>
          <p:nvPr>
            <p:ph type="dt" sz="half" idx="10"/>
          </p:nvPr>
        </p:nvSpPr>
        <p:spPr/>
        <p:txBody>
          <a:bodyPr/>
          <a:lstStyle/>
          <a:p>
            <a:fld id="{F5EB8AF8-51DB-439C-B7DC-3AE057B08D60}" type="datetimeFigureOut">
              <a:rPr lang="en-US" smtClean="0"/>
              <a:t>3/24/2026</a:t>
            </a:fld>
            <a:endParaRPr lang="en-US"/>
          </a:p>
        </p:txBody>
      </p:sp>
      <p:sp>
        <p:nvSpPr>
          <p:cNvPr id="8" name="Footer Placeholder 7">
            <a:extLst>
              <a:ext uri="{FF2B5EF4-FFF2-40B4-BE49-F238E27FC236}">
                <a16:creationId xmlns:a16="http://schemas.microsoft.com/office/drawing/2014/main" id="{31C1F79D-E3D9-865E-A3D1-AAE787FD8F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171C8F-BDE7-6C18-5C75-0CA91BBCDF62}"/>
              </a:ext>
            </a:extLst>
          </p:cNvPr>
          <p:cNvSpPr>
            <a:spLocks noGrp="1"/>
          </p:cNvSpPr>
          <p:nvPr>
            <p:ph type="sldNum" sz="quarter" idx="12"/>
          </p:nvPr>
        </p:nvSpPr>
        <p:spPr/>
        <p:txBody>
          <a:bodyPr/>
          <a:lstStyle/>
          <a:p>
            <a:fld id="{F5BEA17C-EEAC-409E-8CBF-AEE2233C2172}" type="slidenum">
              <a:rPr lang="en-US" smtClean="0"/>
              <a:t>‹#›</a:t>
            </a:fld>
            <a:endParaRPr lang="en-US"/>
          </a:p>
        </p:txBody>
      </p:sp>
    </p:spTree>
    <p:extLst>
      <p:ext uri="{BB962C8B-B14F-4D97-AF65-F5344CB8AC3E}">
        <p14:creationId xmlns:p14="http://schemas.microsoft.com/office/powerpoint/2010/main" val="18413814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9077B-977D-1834-0055-5C07C60309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F778A6D-0DE7-C153-C439-AF011C62B626}"/>
              </a:ext>
            </a:extLst>
          </p:cNvPr>
          <p:cNvSpPr>
            <a:spLocks noGrp="1"/>
          </p:cNvSpPr>
          <p:nvPr>
            <p:ph type="dt" sz="half" idx="10"/>
          </p:nvPr>
        </p:nvSpPr>
        <p:spPr/>
        <p:txBody>
          <a:bodyPr/>
          <a:lstStyle/>
          <a:p>
            <a:fld id="{F5EB8AF8-51DB-439C-B7DC-3AE057B08D60}" type="datetimeFigureOut">
              <a:rPr lang="en-US" smtClean="0"/>
              <a:t>3/24/2026</a:t>
            </a:fld>
            <a:endParaRPr lang="en-US"/>
          </a:p>
        </p:txBody>
      </p:sp>
      <p:sp>
        <p:nvSpPr>
          <p:cNvPr id="4" name="Footer Placeholder 3">
            <a:extLst>
              <a:ext uri="{FF2B5EF4-FFF2-40B4-BE49-F238E27FC236}">
                <a16:creationId xmlns:a16="http://schemas.microsoft.com/office/drawing/2014/main" id="{DD134CF4-AE3C-B79D-F73B-4ADED70E9F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E3B2C0-140A-CCA5-D206-C04F49BE73A9}"/>
              </a:ext>
            </a:extLst>
          </p:cNvPr>
          <p:cNvSpPr>
            <a:spLocks noGrp="1"/>
          </p:cNvSpPr>
          <p:nvPr>
            <p:ph type="sldNum" sz="quarter" idx="12"/>
          </p:nvPr>
        </p:nvSpPr>
        <p:spPr/>
        <p:txBody>
          <a:bodyPr/>
          <a:lstStyle/>
          <a:p>
            <a:fld id="{F5BEA17C-EEAC-409E-8CBF-AEE2233C2172}" type="slidenum">
              <a:rPr lang="en-US" smtClean="0"/>
              <a:t>‹#›</a:t>
            </a:fld>
            <a:endParaRPr lang="en-US"/>
          </a:p>
        </p:txBody>
      </p:sp>
    </p:spTree>
    <p:extLst>
      <p:ext uri="{BB962C8B-B14F-4D97-AF65-F5344CB8AC3E}">
        <p14:creationId xmlns:p14="http://schemas.microsoft.com/office/powerpoint/2010/main" val="20150923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0613E5-188A-DBB2-24B6-CA0473052788}"/>
              </a:ext>
            </a:extLst>
          </p:cNvPr>
          <p:cNvSpPr>
            <a:spLocks noGrp="1"/>
          </p:cNvSpPr>
          <p:nvPr>
            <p:ph type="dt" sz="half" idx="10"/>
          </p:nvPr>
        </p:nvSpPr>
        <p:spPr/>
        <p:txBody>
          <a:bodyPr/>
          <a:lstStyle/>
          <a:p>
            <a:fld id="{F5EB8AF8-51DB-439C-B7DC-3AE057B08D60}" type="datetimeFigureOut">
              <a:rPr lang="en-US" smtClean="0"/>
              <a:t>3/24/2026</a:t>
            </a:fld>
            <a:endParaRPr lang="en-US"/>
          </a:p>
        </p:txBody>
      </p:sp>
      <p:sp>
        <p:nvSpPr>
          <p:cNvPr id="3" name="Footer Placeholder 2">
            <a:extLst>
              <a:ext uri="{FF2B5EF4-FFF2-40B4-BE49-F238E27FC236}">
                <a16:creationId xmlns:a16="http://schemas.microsoft.com/office/drawing/2014/main" id="{A2852A71-8134-0D39-2148-90C3BF82EB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6ACCC5-4585-5F68-A5F0-075FFA87FA42}"/>
              </a:ext>
            </a:extLst>
          </p:cNvPr>
          <p:cNvSpPr>
            <a:spLocks noGrp="1"/>
          </p:cNvSpPr>
          <p:nvPr>
            <p:ph type="sldNum" sz="quarter" idx="12"/>
          </p:nvPr>
        </p:nvSpPr>
        <p:spPr/>
        <p:txBody>
          <a:bodyPr/>
          <a:lstStyle/>
          <a:p>
            <a:fld id="{F5BEA17C-EEAC-409E-8CBF-AEE2233C2172}" type="slidenum">
              <a:rPr lang="en-US" smtClean="0"/>
              <a:t>‹#›</a:t>
            </a:fld>
            <a:endParaRPr lang="en-US"/>
          </a:p>
        </p:txBody>
      </p:sp>
    </p:spTree>
    <p:extLst>
      <p:ext uri="{BB962C8B-B14F-4D97-AF65-F5344CB8AC3E}">
        <p14:creationId xmlns:p14="http://schemas.microsoft.com/office/powerpoint/2010/main" val="35625994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1CE96-9905-C3F8-5049-8C2D5881EF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6087CF-34BD-41A0-99ED-F1227BE42E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7F8445-F321-A1B0-9BCD-43CD4E8C60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3E360E-285D-0C04-565A-AE09FCBBD10A}"/>
              </a:ext>
            </a:extLst>
          </p:cNvPr>
          <p:cNvSpPr>
            <a:spLocks noGrp="1"/>
          </p:cNvSpPr>
          <p:nvPr>
            <p:ph type="dt" sz="half" idx="10"/>
          </p:nvPr>
        </p:nvSpPr>
        <p:spPr/>
        <p:txBody>
          <a:bodyPr/>
          <a:lstStyle/>
          <a:p>
            <a:fld id="{F5EB8AF8-51DB-439C-B7DC-3AE057B08D60}" type="datetimeFigureOut">
              <a:rPr lang="en-US" smtClean="0"/>
              <a:t>3/24/2026</a:t>
            </a:fld>
            <a:endParaRPr lang="en-US"/>
          </a:p>
        </p:txBody>
      </p:sp>
      <p:sp>
        <p:nvSpPr>
          <p:cNvPr id="6" name="Footer Placeholder 5">
            <a:extLst>
              <a:ext uri="{FF2B5EF4-FFF2-40B4-BE49-F238E27FC236}">
                <a16:creationId xmlns:a16="http://schemas.microsoft.com/office/drawing/2014/main" id="{D1778362-C1B3-2D11-AB91-36E6DCF418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7588C8-720C-E115-2DEB-6D95B99F144E}"/>
              </a:ext>
            </a:extLst>
          </p:cNvPr>
          <p:cNvSpPr>
            <a:spLocks noGrp="1"/>
          </p:cNvSpPr>
          <p:nvPr>
            <p:ph type="sldNum" sz="quarter" idx="12"/>
          </p:nvPr>
        </p:nvSpPr>
        <p:spPr/>
        <p:txBody>
          <a:bodyPr/>
          <a:lstStyle/>
          <a:p>
            <a:fld id="{F5BEA17C-EEAC-409E-8CBF-AEE2233C2172}" type="slidenum">
              <a:rPr lang="en-US" smtClean="0"/>
              <a:t>‹#›</a:t>
            </a:fld>
            <a:endParaRPr lang="en-US"/>
          </a:p>
        </p:txBody>
      </p:sp>
    </p:spTree>
    <p:extLst>
      <p:ext uri="{BB962C8B-B14F-4D97-AF65-F5344CB8AC3E}">
        <p14:creationId xmlns:p14="http://schemas.microsoft.com/office/powerpoint/2010/main" val="16160732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F78C-BA6A-E92F-0663-300C4F9B53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65EC1A-6163-75A8-C66B-8D2343DE28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21EADC-FD80-C9EE-3177-472079676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4C15D8-F20F-1E85-0800-E53740850A79}"/>
              </a:ext>
            </a:extLst>
          </p:cNvPr>
          <p:cNvSpPr>
            <a:spLocks noGrp="1"/>
          </p:cNvSpPr>
          <p:nvPr>
            <p:ph type="dt" sz="half" idx="10"/>
          </p:nvPr>
        </p:nvSpPr>
        <p:spPr/>
        <p:txBody>
          <a:bodyPr/>
          <a:lstStyle/>
          <a:p>
            <a:fld id="{F5EB8AF8-51DB-439C-B7DC-3AE057B08D60}" type="datetimeFigureOut">
              <a:rPr lang="en-US" smtClean="0"/>
              <a:t>3/24/2026</a:t>
            </a:fld>
            <a:endParaRPr lang="en-US"/>
          </a:p>
        </p:txBody>
      </p:sp>
      <p:sp>
        <p:nvSpPr>
          <p:cNvPr id="6" name="Footer Placeholder 5">
            <a:extLst>
              <a:ext uri="{FF2B5EF4-FFF2-40B4-BE49-F238E27FC236}">
                <a16:creationId xmlns:a16="http://schemas.microsoft.com/office/drawing/2014/main" id="{C0D70B4C-9A86-BFDE-A5B1-C9C3AA381D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1067BA-439C-820B-FEF6-0138B3D41444}"/>
              </a:ext>
            </a:extLst>
          </p:cNvPr>
          <p:cNvSpPr>
            <a:spLocks noGrp="1"/>
          </p:cNvSpPr>
          <p:nvPr>
            <p:ph type="sldNum" sz="quarter" idx="12"/>
          </p:nvPr>
        </p:nvSpPr>
        <p:spPr/>
        <p:txBody>
          <a:bodyPr/>
          <a:lstStyle/>
          <a:p>
            <a:fld id="{F5BEA17C-EEAC-409E-8CBF-AEE2233C2172}" type="slidenum">
              <a:rPr lang="en-US" smtClean="0"/>
              <a:t>‹#›</a:t>
            </a:fld>
            <a:endParaRPr lang="en-US"/>
          </a:p>
        </p:txBody>
      </p:sp>
    </p:spTree>
    <p:extLst>
      <p:ext uri="{BB962C8B-B14F-4D97-AF65-F5344CB8AC3E}">
        <p14:creationId xmlns:p14="http://schemas.microsoft.com/office/powerpoint/2010/main" val="15418952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06DB-D320-4D98-C7FC-1E3C7CE0A4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5A6EEA-ACFD-68B0-A4FD-FA48AEF469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8DF133-28F1-047A-3908-E0AC63EE456E}"/>
              </a:ext>
            </a:extLst>
          </p:cNvPr>
          <p:cNvSpPr>
            <a:spLocks noGrp="1"/>
          </p:cNvSpPr>
          <p:nvPr>
            <p:ph type="dt" sz="half" idx="10"/>
          </p:nvPr>
        </p:nvSpPr>
        <p:spPr/>
        <p:txBody>
          <a:bodyPr/>
          <a:lstStyle/>
          <a:p>
            <a:fld id="{F5EB8AF8-51DB-439C-B7DC-3AE057B08D60}" type="datetimeFigureOut">
              <a:rPr lang="en-US" smtClean="0"/>
              <a:t>3/24/2026</a:t>
            </a:fld>
            <a:endParaRPr lang="en-US"/>
          </a:p>
        </p:txBody>
      </p:sp>
      <p:sp>
        <p:nvSpPr>
          <p:cNvPr id="5" name="Footer Placeholder 4">
            <a:extLst>
              <a:ext uri="{FF2B5EF4-FFF2-40B4-BE49-F238E27FC236}">
                <a16:creationId xmlns:a16="http://schemas.microsoft.com/office/drawing/2014/main" id="{85FB5920-020E-11D1-8842-C27A0DCBE5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00AA3-EBEE-D131-F865-7FF2A444A8DC}"/>
              </a:ext>
            </a:extLst>
          </p:cNvPr>
          <p:cNvSpPr>
            <a:spLocks noGrp="1"/>
          </p:cNvSpPr>
          <p:nvPr>
            <p:ph type="sldNum" sz="quarter" idx="12"/>
          </p:nvPr>
        </p:nvSpPr>
        <p:spPr/>
        <p:txBody>
          <a:bodyPr/>
          <a:lstStyle/>
          <a:p>
            <a:fld id="{F5BEA17C-EEAC-409E-8CBF-AEE2233C2172}" type="slidenum">
              <a:rPr lang="en-US" smtClean="0"/>
              <a:t>‹#›</a:t>
            </a:fld>
            <a:endParaRPr lang="en-US"/>
          </a:p>
        </p:txBody>
      </p:sp>
    </p:spTree>
    <p:extLst>
      <p:ext uri="{BB962C8B-B14F-4D97-AF65-F5344CB8AC3E}">
        <p14:creationId xmlns:p14="http://schemas.microsoft.com/office/powerpoint/2010/main" val="17671076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0C5568-F14A-F95F-9C2A-E540A0B86F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9BB869C-D1C5-D7B9-8E0E-17EB6F2762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4AF512-B5BC-0FBE-6468-E305C6513EC4}"/>
              </a:ext>
            </a:extLst>
          </p:cNvPr>
          <p:cNvSpPr>
            <a:spLocks noGrp="1"/>
          </p:cNvSpPr>
          <p:nvPr>
            <p:ph type="dt" sz="half" idx="10"/>
          </p:nvPr>
        </p:nvSpPr>
        <p:spPr/>
        <p:txBody>
          <a:bodyPr/>
          <a:lstStyle/>
          <a:p>
            <a:fld id="{F5EB8AF8-51DB-439C-B7DC-3AE057B08D60}" type="datetimeFigureOut">
              <a:rPr lang="en-US" smtClean="0"/>
              <a:t>3/24/2026</a:t>
            </a:fld>
            <a:endParaRPr lang="en-US"/>
          </a:p>
        </p:txBody>
      </p:sp>
      <p:sp>
        <p:nvSpPr>
          <p:cNvPr id="5" name="Footer Placeholder 4">
            <a:extLst>
              <a:ext uri="{FF2B5EF4-FFF2-40B4-BE49-F238E27FC236}">
                <a16:creationId xmlns:a16="http://schemas.microsoft.com/office/drawing/2014/main" id="{69DD9177-797B-F9CD-5623-47913D4A88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5700DA-AE86-0FC9-37FB-3A285008B6CE}"/>
              </a:ext>
            </a:extLst>
          </p:cNvPr>
          <p:cNvSpPr>
            <a:spLocks noGrp="1"/>
          </p:cNvSpPr>
          <p:nvPr>
            <p:ph type="sldNum" sz="quarter" idx="12"/>
          </p:nvPr>
        </p:nvSpPr>
        <p:spPr/>
        <p:txBody>
          <a:bodyPr/>
          <a:lstStyle/>
          <a:p>
            <a:fld id="{F5BEA17C-EEAC-409E-8CBF-AEE2233C2172}" type="slidenum">
              <a:rPr lang="en-US" smtClean="0"/>
              <a:t>‹#›</a:t>
            </a:fld>
            <a:endParaRPr lang="en-US"/>
          </a:p>
        </p:txBody>
      </p:sp>
    </p:spTree>
    <p:extLst>
      <p:ext uri="{BB962C8B-B14F-4D97-AF65-F5344CB8AC3E}">
        <p14:creationId xmlns:p14="http://schemas.microsoft.com/office/powerpoint/2010/main" val="4128647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AAF0B-97C5-A7E9-99FB-069DFA8522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E799F4-0586-FCF1-7796-FFBE5F944C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4A3930-F78A-5717-2B13-9C168BAE5E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C75AD8-6727-4031-AB70-90E6355DAEBF}" type="datetimeFigureOut">
              <a:rPr lang="en-US" smtClean="0"/>
              <a:t>3/24/2026</a:t>
            </a:fld>
            <a:endParaRPr lang="en-US"/>
          </a:p>
        </p:txBody>
      </p:sp>
      <p:sp>
        <p:nvSpPr>
          <p:cNvPr id="5" name="Footer Placeholder 4">
            <a:extLst>
              <a:ext uri="{FF2B5EF4-FFF2-40B4-BE49-F238E27FC236}">
                <a16:creationId xmlns:a16="http://schemas.microsoft.com/office/drawing/2014/main" id="{6905B497-83F6-BD21-E492-D78C7AD337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05A1A65-CA88-36B2-EBE7-D29EF1CC43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22EBA9-F5D8-4B2D-AD8E-964F40FFF1DD}" type="slidenum">
              <a:rPr lang="en-US" smtClean="0"/>
              <a:t>‹#›</a:t>
            </a:fld>
            <a:endParaRPr lang="en-US"/>
          </a:p>
        </p:txBody>
      </p:sp>
    </p:spTree>
    <p:extLst>
      <p:ext uri="{BB962C8B-B14F-4D97-AF65-F5344CB8AC3E}">
        <p14:creationId xmlns:p14="http://schemas.microsoft.com/office/powerpoint/2010/main" val="25425039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7BBDE2-0EAE-2B73-435A-37DBF75AF4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EA66DD-1FF1-AD70-7AF5-6F47077D6B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6F98EC-BA96-BCE7-6494-965DA2B957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5EB8AF8-51DB-439C-B7DC-3AE057B08D60}" type="datetimeFigureOut">
              <a:rPr lang="en-US" smtClean="0"/>
              <a:t>3/24/2026</a:t>
            </a:fld>
            <a:endParaRPr lang="en-US"/>
          </a:p>
        </p:txBody>
      </p:sp>
      <p:sp>
        <p:nvSpPr>
          <p:cNvPr id="5" name="Footer Placeholder 4">
            <a:extLst>
              <a:ext uri="{FF2B5EF4-FFF2-40B4-BE49-F238E27FC236}">
                <a16:creationId xmlns:a16="http://schemas.microsoft.com/office/drawing/2014/main" id="{0021E344-B5CB-2D1C-7C28-0FF0688A15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5345DF5-DE51-5236-D2D0-16D7694830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BEA17C-EEAC-409E-8CBF-AEE2233C2172}" type="slidenum">
              <a:rPr lang="en-US" smtClean="0"/>
              <a:t>‹#›</a:t>
            </a:fld>
            <a:endParaRPr lang="en-US"/>
          </a:p>
        </p:txBody>
      </p:sp>
    </p:spTree>
    <p:extLst>
      <p:ext uri="{BB962C8B-B14F-4D97-AF65-F5344CB8AC3E}">
        <p14:creationId xmlns:p14="http://schemas.microsoft.com/office/powerpoint/2010/main" val="17152392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BC73A15-B3DA-284C-F8FF-F92DAA0060C0}"/>
              </a:ext>
            </a:extLst>
          </p:cNvPr>
          <p:cNvPicPr>
            <a:picLocks noChangeAspect="1"/>
          </p:cNvPicPr>
          <p:nvPr/>
        </p:nvPicPr>
        <p:blipFill>
          <a:blip r:embed="rId3">
            <a:extLst>
              <a:ext uri="{28A0092B-C50C-407E-A947-70E740481C1C}">
                <a14:useLocalDpi xmlns:a14="http://schemas.microsoft.com/office/drawing/2010/main" val="0"/>
              </a:ext>
            </a:extLst>
          </a:blip>
          <a:srcRect l="20506" r="-759"/>
          <a:stretch>
            <a:fillRect/>
          </a:stretch>
        </p:blipFill>
        <p:spPr>
          <a:xfrm>
            <a:off x="-150472" y="-2"/>
            <a:ext cx="9784465" cy="6858000"/>
          </a:xfrm>
          <a:prstGeom prst="rect">
            <a:avLst/>
          </a:prstGeom>
        </p:spPr>
      </p:pic>
      <p:sp>
        <p:nvSpPr>
          <p:cNvPr id="12" name="Freeform: Shape 11">
            <a:extLst>
              <a:ext uri="{FF2B5EF4-FFF2-40B4-BE49-F238E27FC236}">
                <a16:creationId xmlns:a16="http://schemas.microsoft.com/office/drawing/2014/main" id="{98C3DC4F-1360-A13C-86B1-D4CAA1B3F0FE}"/>
              </a:ext>
            </a:extLst>
          </p:cNvPr>
          <p:cNvSpPr/>
          <p:nvPr/>
        </p:nvSpPr>
        <p:spPr>
          <a:xfrm>
            <a:off x="-150472" y="-2"/>
            <a:ext cx="12191998" cy="6857999"/>
          </a:xfrm>
          <a:custGeom>
            <a:avLst/>
            <a:gdLst>
              <a:gd name="csX0" fmla="*/ 707924 w 12191998"/>
              <a:gd name="csY0" fmla="*/ 0 h 6857999"/>
              <a:gd name="csX1" fmla="*/ 812799 w 12191998"/>
              <a:gd name="csY1" fmla="*/ 0 h 6857999"/>
              <a:gd name="csX2" fmla="*/ 812799 w 12191998"/>
              <a:gd name="csY2" fmla="*/ 4913671 h 6857999"/>
              <a:gd name="csX3" fmla="*/ 1166761 w 12191998"/>
              <a:gd name="csY3" fmla="*/ 5267633 h 6857999"/>
              <a:gd name="csX4" fmla="*/ 1166760 w 12191998"/>
              <a:gd name="csY4" fmla="*/ 5267634 h 6857999"/>
              <a:gd name="csX5" fmla="*/ 1520722 w 12191998"/>
              <a:gd name="csY5" fmla="*/ 4913672 h 6857999"/>
              <a:gd name="csX6" fmla="*/ 1520723 w 12191998"/>
              <a:gd name="csY6" fmla="*/ 0 h 6857999"/>
              <a:gd name="csX7" fmla="*/ 1625599 w 12191998"/>
              <a:gd name="csY7" fmla="*/ 0 h 6857999"/>
              <a:gd name="csX8" fmla="*/ 1625599 w 12191998"/>
              <a:gd name="csY8" fmla="*/ 5480830 h 6857999"/>
              <a:gd name="csX9" fmla="*/ 1979561 w 12191998"/>
              <a:gd name="csY9" fmla="*/ 5834792 h 6857999"/>
              <a:gd name="csX10" fmla="*/ 1979560 w 12191998"/>
              <a:gd name="csY10" fmla="*/ 5834793 h 6857999"/>
              <a:gd name="csX11" fmla="*/ 2333523 w 12191998"/>
              <a:gd name="csY11" fmla="*/ 5480831 h 6857999"/>
              <a:gd name="csX12" fmla="*/ 2333523 w 12191998"/>
              <a:gd name="csY12" fmla="*/ 0 h 6857999"/>
              <a:gd name="csX13" fmla="*/ 2438399 w 12191998"/>
              <a:gd name="csY13" fmla="*/ 0 h 6857999"/>
              <a:gd name="csX14" fmla="*/ 2438399 w 12191998"/>
              <a:gd name="csY14" fmla="*/ 4913670 h 6857999"/>
              <a:gd name="csX15" fmla="*/ 2792361 w 12191998"/>
              <a:gd name="csY15" fmla="*/ 5267632 h 6857999"/>
              <a:gd name="csX16" fmla="*/ 2792360 w 12191998"/>
              <a:gd name="csY16" fmla="*/ 5267633 h 6857999"/>
              <a:gd name="csX17" fmla="*/ 3146323 w 12191998"/>
              <a:gd name="csY17" fmla="*/ 4913671 h 6857999"/>
              <a:gd name="csX18" fmla="*/ 3146323 w 12191998"/>
              <a:gd name="csY18" fmla="*/ 0 h 6857999"/>
              <a:gd name="csX19" fmla="*/ 3245059 w 12191998"/>
              <a:gd name="csY19" fmla="*/ 0 h 6857999"/>
              <a:gd name="csX20" fmla="*/ 3245059 w 12191998"/>
              <a:gd name="csY20" fmla="*/ 5480830 h 6857999"/>
              <a:gd name="csX21" fmla="*/ 3599021 w 12191998"/>
              <a:gd name="csY21" fmla="*/ 5834792 h 6857999"/>
              <a:gd name="csX22" fmla="*/ 3599020 w 12191998"/>
              <a:gd name="csY22" fmla="*/ 5834793 h 6857999"/>
              <a:gd name="csX23" fmla="*/ 3952982 w 12191998"/>
              <a:gd name="csY23" fmla="*/ 5480831 h 6857999"/>
              <a:gd name="csX24" fmla="*/ 3952983 w 12191998"/>
              <a:gd name="csY24" fmla="*/ 0 h 6857999"/>
              <a:gd name="csX25" fmla="*/ 4051719 w 12191998"/>
              <a:gd name="csY25" fmla="*/ 0 h 6857999"/>
              <a:gd name="csX26" fmla="*/ 4051719 w 12191998"/>
              <a:gd name="csY26" fmla="*/ 4913670 h 6857999"/>
              <a:gd name="csX27" fmla="*/ 4405680 w 12191998"/>
              <a:gd name="csY27" fmla="*/ 5267632 h 6857999"/>
              <a:gd name="csX28" fmla="*/ 4405680 w 12191998"/>
              <a:gd name="csY28" fmla="*/ 5267633 h 6857999"/>
              <a:gd name="csX29" fmla="*/ 4759641 w 12191998"/>
              <a:gd name="csY29" fmla="*/ 4913671 h 6857999"/>
              <a:gd name="csX30" fmla="*/ 4759642 w 12191998"/>
              <a:gd name="csY30" fmla="*/ 0 h 6857999"/>
              <a:gd name="csX31" fmla="*/ 4870658 w 12191998"/>
              <a:gd name="csY31" fmla="*/ 0 h 6857999"/>
              <a:gd name="csX32" fmla="*/ 4870658 w 12191998"/>
              <a:gd name="csY32" fmla="*/ 5480830 h 6857999"/>
              <a:gd name="csX33" fmla="*/ 5224620 w 12191998"/>
              <a:gd name="csY33" fmla="*/ 5834792 h 6857999"/>
              <a:gd name="csX34" fmla="*/ 5224619 w 12191998"/>
              <a:gd name="csY34" fmla="*/ 5834793 h 6857999"/>
              <a:gd name="csX35" fmla="*/ 5578581 w 12191998"/>
              <a:gd name="csY35" fmla="*/ 5480831 h 6857999"/>
              <a:gd name="csX36" fmla="*/ 5578582 w 12191998"/>
              <a:gd name="csY36" fmla="*/ 0 h 6857999"/>
              <a:gd name="csX37" fmla="*/ 5686528 w 12191998"/>
              <a:gd name="csY37" fmla="*/ 0 h 6857999"/>
              <a:gd name="csX38" fmla="*/ 5686528 w 12191998"/>
              <a:gd name="csY38" fmla="*/ 4913669 h 6857999"/>
              <a:gd name="csX39" fmla="*/ 6040490 w 12191998"/>
              <a:gd name="csY39" fmla="*/ 5267631 h 6857999"/>
              <a:gd name="csX40" fmla="*/ 6040489 w 12191998"/>
              <a:gd name="csY40" fmla="*/ 5267632 h 6857999"/>
              <a:gd name="csX41" fmla="*/ 6394451 w 12191998"/>
              <a:gd name="csY41" fmla="*/ 4913670 h 6857999"/>
              <a:gd name="csX42" fmla="*/ 6394452 w 12191998"/>
              <a:gd name="csY42" fmla="*/ 0 h 6857999"/>
              <a:gd name="csX43" fmla="*/ 6502398 w 12191998"/>
              <a:gd name="csY43" fmla="*/ 0 h 6857999"/>
              <a:gd name="csX44" fmla="*/ 6502398 w 12191998"/>
              <a:gd name="csY44" fmla="*/ 4913669 h 6857999"/>
              <a:gd name="csX45" fmla="*/ 6856360 w 12191998"/>
              <a:gd name="csY45" fmla="*/ 5267631 h 6857999"/>
              <a:gd name="csX46" fmla="*/ 6856359 w 12191998"/>
              <a:gd name="csY46" fmla="*/ 5267632 h 6857999"/>
              <a:gd name="csX47" fmla="*/ 7210321 w 12191998"/>
              <a:gd name="csY47" fmla="*/ 4913670 h 6857999"/>
              <a:gd name="csX48" fmla="*/ 7210322 w 12191998"/>
              <a:gd name="csY48" fmla="*/ 0 h 6857999"/>
              <a:gd name="csX49" fmla="*/ 12191998 w 12191998"/>
              <a:gd name="csY49" fmla="*/ 0 h 6857999"/>
              <a:gd name="csX50" fmla="*/ 12191998 w 12191998"/>
              <a:gd name="csY50" fmla="*/ 6857999 h 6857999"/>
              <a:gd name="csX51" fmla="*/ 0 w 12191998"/>
              <a:gd name="csY51" fmla="*/ 6857999 h 6857999"/>
              <a:gd name="csX52" fmla="*/ 0 w 12191998"/>
              <a:gd name="csY52" fmla="*/ 5480831 h 6857999"/>
              <a:gd name="csX53" fmla="*/ 353962 w 12191998"/>
              <a:gd name="csY53" fmla="*/ 5834793 h 6857999"/>
              <a:gd name="csX54" fmla="*/ 353961 w 12191998"/>
              <a:gd name="csY54" fmla="*/ 5834794 h 6857999"/>
              <a:gd name="csX55" fmla="*/ 707923 w 12191998"/>
              <a:gd name="csY55" fmla="*/ 5480832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12191998" h="6857999">
                <a:moveTo>
                  <a:pt x="707924" y="0"/>
                </a:moveTo>
                <a:lnTo>
                  <a:pt x="812799" y="0"/>
                </a:lnTo>
                <a:lnTo>
                  <a:pt x="812799" y="4913671"/>
                </a:lnTo>
                <a:cubicBezTo>
                  <a:pt x="812799" y="5109159"/>
                  <a:pt x="971273" y="5267633"/>
                  <a:pt x="1166761" y="5267633"/>
                </a:cubicBezTo>
                <a:lnTo>
                  <a:pt x="1166760" y="5267634"/>
                </a:lnTo>
                <a:cubicBezTo>
                  <a:pt x="1362248" y="5267634"/>
                  <a:pt x="1520722" y="5109160"/>
                  <a:pt x="1520722" y="4913672"/>
                </a:cubicBezTo>
                <a:lnTo>
                  <a:pt x="1520723" y="0"/>
                </a:lnTo>
                <a:lnTo>
                  <a:pt x="1625599" y="0"/>
                </a:lnTo>
                <a:lnTo>
                  <a:pt x="1625599" y="5480830"/>
                </a:lnTo>
                <a:cubicBezTo>
                  <a:pt x="1625599" y="5676318"/>
                  <a:pt x="1784073" y="5834792"/>
                  <a:pt x="1979561" y="5834792"/>
                </a:cubicBezTo>
                <a:lnTo>
                  <a:pt x="1979560" y="5834793"/>
                </a:lnTo>
                <a:cubicBezTo>
                  <a:pt x="2175049" y="5834793"/>
                  <a:pt x="2333523" y="5676319"/>
                  <a:pt x="2333523" y="5480831"/>
                </a:cubicBezTo>
                <a:lnTo>
                  <a:pt x="2333523" y="0"/>
                </a:lnTo>
                <a:lnTo>
                  <a:pt x="2438399" y="0"/>
                </a:lnTo>
                <a:lnTo>
                  <a:pt x="2438399" y="4913670"/>
                </a:lnTo>
                <a:cubicBezTo>
                  <a:pt x="2438399" y="5109158"/>
                  <a:pt x="2596873" y="5267632"/>
                  <a:pt x="2792361" y="5267632"/>
                </a:cubicBezTo>
                <a:lnTo>
                  <a:pt x="2792360" y="5267633"/>
                </a:lnTo>
                <a:cubicBezTo>
                  <a:pt x="2987848" y="5267633"/>
                  <a:pt x="3146323" y="5109159"/>
                  <a:pt x="3146323" y="4913671"/>
                </a:cubicBezTo>
                <a:lnTo>
                  <a:pt x="3146323" y="0"/>
                </a:lnTo>
                <a:lnTo>
                  <a:pt x="3245059" y="0"/>
                </a:lnTo>
                <a:lnTo>
                  <a:pt x="3245059" y="5480830"/>
                </a:lnTo>
                <a:cubicBezTo>
                  <a:pt x="3245059" y="5676318"/>
                  <a:pt x="3403533" y="5834792"/>
                  <a:pt x="3599021" y="5834792"/>
                </a:cubicBezTo>
                <a:lnTo>
                  <a:pt x="3599020" y="5834793"/>
                </a:lnTo>
                <a:cubicBezTo>
                  <a:pt x="3794508" y="5834793"/>
                  <a:pt x="3952982" y="5676319"/>
                  <a:pt x="3952982" y="5480831"/>
                </a:cubicBezTo>
                <a:lnTo>
                  <a:pt x="3952983" y="0"/>
                </a:lnTo>
                <a:lnTo>
                  <a:pt x="4051719" y="0"/>
                </a:lnTo>
                <a:lnTo>
                  <a:pt x="4051719" y="4913670"/>
                </a:lnTo>
                <a:cubicBezTo>
                  <a:pt x="4051719" y="5109158"/>
                  <a:pt x="4210192" y="5267632"/>
                  <a:pt x="4405680" y="5267632"/>
                </a:cubicBezTo>
                <a:lnTo>
                  <a:pt x="4405680" y="5267633"/>
                </a:lnTo>
                <a:cubicBezTo>
                  <a:pt x="4601168" y="5267633"/>
                  <a:pt x="4759641" y="5109159"/>
                  <a:pt x="4759641" y="4913671"/>
                </a:cubicBezTo>
                <a:lnTo>
                  <a:pt x="4759642" y="0"/>
                </a:lnTo>
                <a:lnTo>
                  <a:pt x="4870658" y="0"/>
                </a:lnTo>
                <a:lnTo>
                  <a:pt x="4870658" y="5480830"/>
                </a:lnTo>
                <a:cubicBezTo>
                  <a:pt x="4870658" y="5676318"/>
                  <a:pt x="5029133" y="5834792"/>
                  <a:pt x="5224620" y="5834792"/>
                </a:cubicBezTo>
                <a:lnTo>
                  <a:pt x="5224619" y="5834793"/>
                </a:lnTo>
                <a:cubicBezTo>
                  <a:pt x="5420108" y="5834793"/>
                  <a:pt x="5578581" y="5676319"/>
                  <a:pt x="5578581" y="5480831"/>
                </a:cubicBezTo>
                <a:lnTo>
                  <a:pt x="5578582" y="0"/>
                </a:lnTo>
                <a:lnTo>
                  <a:pt x="5686528" y="0"/>
                </a:lnTo>
                <a:lnTo>
                  <a:pt x="5686528" y="4913669"/>
                </a:lnTo>
                <a:cubicBezTo>
                  <a:pt x="5686528" y="5109157"/>
                  <a:pt x="5845003" y="5267631"/>
                  <a:pt x="6040490" y="5267631"/>
                </a:cubicBezTo>
                <a:lnTo>
                  <a:pt x="6040489" y="5267632"/>
                </a:lnTo>
                <a:cubicBezTo>
                  <a:pt x="6235977" y="5267632"/>
                  <a:pt x="6394451" y="5109158"/>
                  <a:pt x="6394451" y="4913670"/>
                </a:cubicBezTo>
                <a:lnTo>
                  <a:pt x="6394452" y="0"/>
                </a:lnTo>
                <a:lnTo>
                  <a:pt x="6502398" y="0"/>
                </a:lnTo>
                <a:lnTo>
                  <a:pt x="6502398" y="4913669"/>
                </a:lnTo>
                <a:cubicBezTo>
                  <a:pt x="6502398" y="5109157"/>
                  <a:pt x="6660872" y="5267631"/>
                  <a:pt x="6856360" y="5267631"/>
                </a:cubicBezTo>
                <a:lnTo>
                  <a:pt x="6856359" y="5267632"/>
                </a:lnTo>
                <a:cubicBezTo>
                  <a:pt x="7051847" y="5267632"/>
                  <a:pt x="7210321" y="5109158"/>
                  <a:pt x="7210321" y="4913670"/>
                </a:cubicBezTo>
                <a:lnTo>
                  <a:pt x="7210322" y="0"/>
                </a:lnTo>
                <a:lnTo>
                  <a:pt x="12191998" y="0"/>
                </a:lnTo>
                <a:lnTo>
                  <a:pt x="12191998" y="6857999"/>
                </a:lnTo>
                <a:lnTo>
                  <a:pt x="0" y="6857999"/>
                </a:lnTo>
                <a:lnTo>
                  <a:pt x="0" y="5480831"/>
                </a:lnTo>
                <a:cubicBezTo>
                  <a:pt x="0" y="5676319"/>
                  <a:pt x="158474" y="5834793"/>
                  <a:pt x="353962" y="5834793"/>
                </a:cubicBezTo>
                <a:lnTo>
                  <a:pt x="353961" y="5834794"/>
                </a:lnTo>
                <a:cubicBezTo>
                  <a:pt x="549449" y="5834794"/>
                  <a:pt x="707923" y="5676320"/>
                  <a:pt x="707923" y="5480832"/>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TextBox 19">
            <a:extLst>
              <a:ext uri="{FF2B5EF4-FFF2-40B4-BE49-F238E27FC236}">
                <a16:creationId xmlns:a16="http://schemas.microsoft.com/office/drawing/2014/main" id="{BC31E734-B70C-3F96-2B91-5A7BC4397B15}"/>
              </a:ext>
            </a:extLst>
          </p:cNvPr>
          <p:cNvSpPr txBox="1"/>
          <p:nvPr/>
        </p:nvSpPr>
        <p:spPr>
          <a:xfrm>
            <a:off x="6450957" y="1548936"/>
            <a:ext cx="6169306" cy="156966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Docker Part 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4800" b="1" dirty="0">
                <a:solidFill>
                  <a:prstClr val="black"/>
                </a:solidFill>
                <a:latin typeface="Times New Roman" panose="02020603050405020304" pitchFamily="18" charset="0"/>
                <a:cs typeface="Times New Roman" panose="02020603050405020304" pitchFamily="18" charset="0"/>
              </a:rPr>
              <a:t>Build, Ship, Run</a:t>
            </a:r>
            <a:endPar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3240062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33DC31E-88F1-A709-00DC-83CF8CAD3FA9}"/>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What is Docker:</a:t>
            </a:r>
          </a:p>
        </p:txBody>
      </p:sp>
      <p:sp>
        <p:nvSpPr>
          <p:cNvPr id="9" name="Rectangle 8">
            <a:extLst>
              <a:ext uri="{FF2B5EF4-FFF2-40B4-BE49-F238E27FC236}">
                <a16:creationId xmlns:a16="http://schemas.microsoft.com/office/drawing/2014/main" id="{0ADBE1C9-AA2F-8C0F-7204-FF196169F804}"/>
              </a:ext>
            </a:extLst>
          </p:cNvPr>
          <p:cNvSpPr/>
          <p:nvPr/>
        </p:nvSpPr>
        <p:spPr>
          <a:xfrm>
            <a:off x="148223" y="1538923"/>
            <a:ext cx="111760" cy="68072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4B751AFB-54AC-A997-ED07-5E37A6F2408B}"/>
              </a:ext>
            </a:extLst>
          </p:cNvPr>
          <p:cNvSpPr/>
          <p:nvPr/>
        </p:nvSpPr>
        <p:spPr>
          <a:xfrm>
            <a:off x="224422" y="1538923"/>
            <a:ext cx="11743155" cy="68072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prstClr val="white"/>
                </a:solidFill>
                <a:latin typeface="Arial" panose="020B0604020202020204" pitchFamily="34" charset="0"/>
                <a:cs typeface="Arial" panose="020B0604020202020204" pitchFamily="34" charset="0"/>
              </a:rPr>
              <a:t>Docker is an open platform designed to simplify the process of developing, shipping, and running applications. It streamlines software delivery by using containerization.</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595A799E-B24C-CA33-AF2F-ABB5269DE9F9}"/>
              </a:ext>
            </a:extLst>
          </p:cNvPr>
          <p:cNvSpPr/>
          <p:nvPr/>
        </p:nvSpPr>
        <p:spPr>
          <a:xfrm>
            <a:off x="148223" y="2408588"/>
            <a:ext cx="111760" cy="113661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9A9296EE-8255-E120-7A8B-CB3D6AE592D3}"/>
              </a:ext>
            </a:extLst>
          </p:cNvPr>
          <p:cNvSpPr/>
          <p:nvPr/>
        </p:nvSpPr>
        <p:spPr>
          <a:xfrm>
            <a:off x="224422" y="2408588"/>
            <a:ext cx="11743155" cy="113661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prstClr val="white"/>
                </a:solidFill>
                <a:latin typeface="Arial" panose="020B0604020202020204" pitchFamily="34" charset="0"/>
                <a:cs typeface="Arial" panose="020B0604020202020204" pitchFamily="34" charset="0"/>
              </a:rPr>
              <a:t>At its core, Docker relies on several key concepts: the Docker Engine, Docker Hub, Images, Containers, </a:t>
            </a:r>
            <a:r>
              <a:rPr lang="en-US" sz="2000" b="1" dirty="0" err="1">
                <a:solidFill>
                  <a:prstClr val="white"/>
                </a:solidFill>
                <a:latin typeface="Arial" panose="020B0604020202020204" pitchFamily="34" charset="0"/>
                <a:cs typeface="Arial" panose="020B0604020202020204" pitchFamily="34" charset="0"/>
              </a:rPr>
              <a:t>Dockerfiles</a:t>
            </a:r>
            <a:r>
              <a:rPr lang="en-US" sz="2000" b="1" dirty="0">
                <a:solidFill>
                  <a:prstClr val="white"/>
                </a:solidFill>
                <a:latin typeface="Arial" panose="020B0604020202020204" pitchFamily="34" charset="0"/>
                <a:cs typeface="Arial" panose="020B0604020202020204" pitchFamily="34" charset="0"/>
              </a:rPr>
              <a:t>, and Docker Compose. Understanding all of these components enables you to create, deploy, and manage containerized applications.</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 name="Rectangle 18">
            <a:extLst>
              <a:ext uri="{FF2B5EF4-FFF2-40B4-BE49-F238E27FC236}">
                <a16:creationId xmlns:a16="http://schemas.microsoft.com/office/drawing/2014/main" id="{20F79CAF-37B2-3EF9-19DD-89D95F1E03F2}"/>
              </a:ext>
            </a:extLst>
          </p:cNvPr>
          <p:cNvSpPr/>
          <p:nvPr/>
        </p:nvSpPr>
        <p:spPr>
          <a:xfrm>
            <a:off x="148223" y="3734151"/>
            <a:ext cx="111760" cy="68072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B194D5BA-79A3-B813-45B1-A7B03DD47528}"/>
              </a:ext>
            </a:extLst>
          </p:cNvPr>
          <p:cNvSpPr/>
          <p:nvPr/>
        </p:nvSpPr>
        <p:spPr>
          <a:xfrm>
            <a:off x="224422" y="3734151"/>
            <a:ext cx="11743155" cy="68072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prstClr val="white"/>
                </a:solidFill>
                <a:latin typeface="Arial" panose="020B0604020202020204" pitchFamily="34" charset="0"/>
                <a:cs typeface="Arial" panose="020B0604020202020204" pitchFamily="34" charset="0"/>
              </a:rPr>
              <a:t>You can use and interact with Docker using commands, but this platform also offers a desktop version with a graphical interface</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 name="Rectangle 20">
            <a:extLst>
              <a:ext uri="{FF2B5EF4-FFF2-40B4-BE49-F238E27FC236}">
                <a16:creationId xmlns:a16="http://schemas.microsoft.com/office/drawing/2014/main" id="{BF7F0C34-680D-B096-F3D6-7FE2746B4073}"/>
              </a:ext>
            </a:extLst>
          </p:cNvPr>
          <p:cNvSpPr/>
          <p:nvPr/>
        </p:nvSpPr>
        <p:spPr>
          <a:xfrm>
            <a:off x="148223" y="4603816"/>
            <a:ext cx="111760" cy="1065464"/>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Rectangle 21">
            <a:extLst>
              <a:ext uri="{FF2B5EF4-FFF2-40B4-BE49-F238E27FC236}">
                <a16:creationId xmlns:a16="http://schemas.microsoft.com/office/drawing/2014/main" id="{C13628BC-CC82-7BE0-FC44-CDF7C3C33C0F}"/>
              </a:ext>
            </a:extLst>
          </p:cNvPr>
          <p:cNvSpPr/>
          <p:nvPr/>
        </p:nvSpPr>
        <p:spPr>
          <a:xfrm>
            <a:off x="224422" y="4603816"/>
            <a:ext cx="11743155" cy="1065464"/>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prstClr val="white"/>
                </a:solidFill>
                <a:latin typeface="Arial" panose="020B0604020202020204" pitchFamily="34" charset="0"/>
                <a:cs typeface="Arial" panose="020B0604020202020204" pitchFamily="34" charset="0"/>
              </a:rPr>
              <a:t>When using the Docker ecosystem, various errors can occur on any layer, whether it’s on the image, </a:t>
            </a:r>
            <a:r>
              <a:rPr lang="en-US" sz="2000" b="1" dirty="0" err="1">
                <a:solidFill>
                  <a:prstClr val="white"/>
                </a:solidFill>
                <a:latin typeface="Arial" panose="020B0604020202020204" pitchFamily="34" charset="0"/>
                <a:cs typeface="Arial" panose="020B0604020202020204" pitchFamily="34" charset="0"/>
              </a:rPr>
              <a:t>Dockerfile</a:t>
            </a:r>
            <a:r>
              <a:rPr lang="en-US" sz="2000" b="1" dirty="0">
                <a:solidFill>
                  <a:prstClr val="white"/>
                </a:solidFill>
                <a:latin typeface="Arial" panose="020B0604020202020204" pitchFamily="34" charset="0"/>
                <a:cs typeface="Arial" panose="020B0604020202020204" pitchFamily="34" charset="0"/>
              </a:rPr>
              <a:t>, or the container itself. Since these problems can cause the whole containerization system to malfunction</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908876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7D6F067F-7F49-14AA-3B4C-A89FFABEBF4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9BA7CD7-7DAE-17BB-3AE8-07A2326F77E9}"/>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What is Containerization:</a:t>
            </a:r>
          </a:p>
        </p:txBody>
      </p:sp>
      <p:sp>
        <p:nvSpPr>
          <p:cNvPr id="9" name="Rectangle 8">
            <a:extLst>
              <a:ext uri="{FF2B5EF4-FFF2-40B4-BE49-F238E27FC236}">
                <a16:creationId xmlns:a16="http://schemas.microsoft.com/office/drawing/2014/main" id="{48177930-92B9-207B-4D8C-40F2408F9167}"/>
              </a:ext>
            </a:extLst>
          </p:cNvPr>
          <p:cNvSpPr/>
          <p:nvPr/>
        </p:nvSpPr>
        <p:spPr>
          <a:xfrm>
            <a:off x="148223" y="1538923"/>
            <a:ext cx="111760" cy="68072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F0EBDCAF-4080-58BA-44DA-ED981725475A}"/>
              </a:ext>
            </a:extLst>
          </p:cNvPr>
          <p:cNvSpPr/>
          <p:nvPr/>
        </p:nvSpPr>
        <p:spPr>
          <a:xfrm>
            <a:off x="224422" y="1538923"/>
            <a:ext cx="11743155" cy="68072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prstClr val="white"/>
                </a:solidFill>
                <a:latin typeface="Arial" panose="020B0604020202020204" pitchFamily="34" charset="0"/>
                <a:cs typeface="Arial" panose="020B0604020202020204" pitchFamily="34" charset="0"/>
              </a:rPr>
              <a:t>Containerization is an operating-system-level virtualization that packages software applications to run in isolated user spaces called containers.</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 name="Rectangle 1">
            <a:extLst>
              <a:ext uri="{FF2B5EF4-FFF2-40B4-BE49-F238E27FC236}">
                <a16:creationId xmlns:a16="http://schemas.microsoft.com/office/drawing/2014/main" id="{CA1D99AA-CA11-1843-3C3A-10A503662219}"/>
              </a:ext>
            </a:extLst>
          </p:cNvPr>
          <p:cNvSpPr/>
          <p:nvPr/>
        </p:nvSpPr>
        <p:spPr>
          <a:xfrm>
            <a:off x="148223" y="2355000"/>
            <a:ext cx="111760" cy="107400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6A37918C-13D4-F43D-DF95-82971A424E89}"/>
              </a:ext>
            </a:extLst>
          </p:cNvPr>
          <p:cNvSpPr/>
          <p:nvPr/>
        </p:nvSpPr>
        <p:spPr>
          <a:xfrm>
            <a:off x="224422" y="2355000"/>
            <a:ext cx="11743155" cy="107400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prstClr val="white"/>
                </a:solidFill>
                <a:latin typeface="Arial" panose="020B0604020202020204" pitchFamily="34" charset="0"/>
                <a:cs typeface="Arial" panose="020B0604020202020204" pitchFamily="34" charset="0"/>
              </a:rPr>
              <a:t>Containerization is a way of packaging software so that an application and everything it needs to run (libraries, configuration, dependencies) are bundled into a single isolated unit called a container that can run consistently on any infrastructure.</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6FC0586C-36F0-9BAC-0ACF-374C06E7A002}"/>
              </a:ext>
            </a:extLst>
          </p:cNvPr>
          <p:cNvSpPr/>
          <p:nvPr/>
        </p:nvSpPr>
        <p:spPr>
          <a:xfrm>
            <a:off x="148223" y="3561899"/>
            <a:ext cx="111760" cy="107400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C9AB2218-9FC4-0AF2-341D-BB122DC07A2A}"/>
              </a:ext>
            </a:extLst>
          </p:cNvPr>
          <p:cNvSpPr/>
          <p:nvPr/>
        </p:nvSpPr>
        <p:spPr>
          <a:xfrm>
            <a:off x="224422" y="3561899"/>
            <a:ext cx="11743155" cy="107400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prstClr val="white"/>
                </a:solidFill>
                <a:latin typeface="Arial" panose="020B0604020202020204" pitchFamily="34" charset="0"/>
                <a:cs typeface="Arial" panose="020B0604020202020204" pitchFamily="34" charset="0"/>
              </a:rPr>
              <a:t>Instead of each application bringing its own full operating system, containers share the host OS kernel but stay isolated from one another, which makes them lightweight, fast to start, and easy to move between environments like laptops, servers, and clouds.</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 name="Rectangle 5">
            <a:extLst>
              <a:ext uri="{FF2B5EF4-FFF2-40B4-BE49-F238E27FC236}">
                <a16:creationId xmlns:a16="http://schemas.microsoft.com/office/drawing/2014/main" id="{29A22103-CDCE-2108-4ADA-36CF47FFFA66}"/>
              </a:ext>
            </a:extLst>
          </p:cNvPr>
          <p:cNvSpPr/>
          <p:nvPr/>
        </p:nvSpPr>
        <p:spPr>
          <a:xfrm>
            <a:off x="148223" y="4782076"/>
            <a:ext cx="111760" cy="140241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B339817C-04F8-586D-DAF0-5737BC3E72E7}"/>
              </a:ext>
            </a:extLst>
          </p:cNvPr>
          <p:cNvSpPr/>
          <p:nvPr/>
        </p:nvSpPr>
        <p:spPr>
          <a:xfrm>
            <a:off x="224422" y="4782076"/>
            <a:ext cx="11743155" cy="140241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prstClr val="white"/>
                </a:solidFill>
                <a:latin typeface="Arial" panose="020B0604020202020204" pitchFamily="34" charset="0"/>
                <a:cs typeface="Arial" panose="020B0604020202020204" pitchFamily="34" charset="0"/>
              </a:rPr>
              <a:t>Containerization and virtualization with VMs both enable running multiple isolated environments on one host, but they differ fundamentally in architecture and efficiency. Containers share the host OS kernel while isolating processes, making them lightweight, whereas VMs emulate full hardware via a hypervisor, each running a complete guest OS.</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1196628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292CE477-F635-02E5-4FDC-745DA4272E9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0C5FBD5-28CE-BDD1-0515-8D14319F9C71}"/>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What is Containerization:</a:t>
            </a:r>
          </a:p>
        </p:txBody>
      </p:sp>
      <p:pic>
        <p:nvPicPr>
          <p:cNvPr id="1026" name="Picture 2" descr="A visualization of how containers work compared to traditional virtual machines">
            <a:extLst>
              <a:ext uri="{FF2B5EF4-FFF2-40B4-BE49-F238E27FC236}">
                <a16:creationId xmlns:a16="http://schemas.microsoft.com/office/drawing/2014/main" id="{FB6BB2B3-633E-DDD4-5138-A49E4FD3D6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39730"/>
            <a:ext cx="11430000" cy="4802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275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797028EB-E15A-9B2B-859D-06AB8AD2D93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C2CBA95-0504-5118-3884-F53D20A81B2B}"/>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What is Containerization:</a:t>
            </a:r>
          </a:p>
        </p:txBody>
      </p:sp>
      <p:sp>
        <p:nvSpPr>
          <p:cNvPr id="9" name="Rectangle 8">
            <a:extLst>
              <a:ext uri="{FF2B5EF4-FFF2-40B4-BE49-F238E27FC236}">
                <a16:creationId xmlns:a16="http://schemas.microsoft.com/office/drawing/2014/main" id="{A75E2FC5-7C24-5C5F-CB69-7201639E80BB}"/>
              </a:ext>
            </a:extLst>
          </p:cNvPr>
          <p:cNvSpPr/>
          <p:nvPr/>
        </p:nvSpPr>
        <p:spPr>
          <a:xfrm>
            <a:off x="148223" y="1538923"/>
            <a:ext cx="111760" cy="68072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D8E8AF17-652B-D093-F6B2-DDB9474DF882}"/>
              </a:ext>
            </a:extLst>
          </p:cNvPr>
          <p:cNvSpPr/>
          <p:nvPr/>
        </p:nvSpPr>
        <p:spPr>
          <a:xfrm>
            <a:off x="224422" y="1538923"/>
            <a:ext cx="11743155" cy="68072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prstClr val="white"/>
                </a:solidFill>
                <a:latin typeface="Arial" panose="020B0604020202020204" pitchFamily="34" charset="0"/>
                <a:cs typeface="Arial" panose="020B0604020202020204" pitchFamily="34" charset="0"/>
              </a:rPr>
              <a:t>A container bundles an application with all its necessary components – code, system libraries, dependencies, and configuration files – to create an isolated environment.</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 name="Rectangle 1">
            <a:extLst>
              <a:ext uri="{FF2B5EF4-FFF2-40B4-BE49-F238E27FC236}">
                <a16:creationId xmlns:a16="http://schemas.microsoft.com/office/drawing/2014/main" id="{A7AFFE23-ED22-C08A-669E-6F0ED0B04DF1}"/>
              </a:ext>
            </a:extLst>
          </p:cNvPr>
          <p:cNvSpPr/>
          <p:nvPr/>
        </p:nvSpPr>
        <p:spPr>
          <a:xfrm>
            <a:off x="148223" y="2433002"/>
            <a:ext cx="111760" cy="9959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7C8890D5-AFFD-01EB-4F2E-2D4F9068F104}"/>
              </a:ext>
            </a:extLst>
          </p:cNvPr>
          <p:cNvSpPr/>
          <p:nvPr/>
        </p:nvSpPr>
        <p:spPr>
          <a:xfrm>
            <a:off x="224422" y="2433002"/>
            <a:ext cx="11743155" cy="9959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prstClr val="white"/>
                </a:solidFill>
                <a:latin typeface="Arial" panose="020B0604020202020204" pitchFamily="34" charset="0"/>
                <a:cs typeface="Arial" panose="020B0604020202020204" pitchFamily="34" charset="0"/>
              </a:rPr>
              <a:t>Unlike Virtual Machines (VMs), containers are lightweight because they share the host system’s common operating system kernel. This independence from the underlying infrastructure enables applications to run consistently across different environments.</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845CE4D5-8462-6EC3-C054-18C03D71535A}"/>
              </a:ext>
            </a:extLst>
          </p:cNvPr>
          <p:cNvSpPr/>
          <p:nvPr/>
        </p:nvSpPr>
        <p:spPr>
          <a:xfrm>
            <a:off x="148223" y="3642358"/>
            <a:ext cx="111760" cy="212852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2D9AFE1F-C52A-D6D5-7D39-C5D1BDD4E719}"/>
              </a:ext>
            </a:extLst>
          </p:cNvPr>
          <p:cNvSpPr/>
          <p:nvPr/>
        </p:nvSpPr>
        <p:spPr>
          <a:xfrm>
            <a:off x="224422" y="3642358"/>
            <a:ext cx="11743155" cy="212852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prstClr val="white"/>
                </a:solidFill>
                <a:latin typeface="Arial" panose="020B0604020202020204" pitchFamily="34" charset="0"/>
                <a:cs typeface="Arial" panose="020B0604020202020204" pitchFamily="34" charset="0"/>
              </a:rPr>
              <a:t>The benefits of containerization include:</a:t>
            </a:r>
          </a:p>
          <a:p>
            <a:pPr marL="457200" lvl="0" indent="-457200">
              <a:buFont typeface="+mj-lt"/>
              <a:buAutoNum type="arabicPeriod"/>
            </a:pPr>
            <a:r>
              <a:rPr lang="en-US" sz="2000" b="1" dirty="0">
                <a:solidFill>
                  <a:prstClr val="white"/>
                </a:solidFill>
                <a:latin typeface="Arial" panose="020B0604020202020204" pitchFamily="34" charset="0"/>
                <a:cs typeface="Arial" panose="020B0604020202020204" pitchFamily="34" charset="0"/>
              </a:rPr>
              <a:t>Portability.</a:t>
            </a:r>
            <a:r>
              <a:rPr lang="en-US" dirty="0"/>
              <a:t> </a:t>
            </a:r>
            <a:r>
              <a:rPr lang="en-US" b="1" dirty="0">
                <a:latin typeface="Arial" panose="020B0604020202020204" pitchFamily="34" charset="0"/>
                <a:cs typeface="Arial" panose="020B0604020202020204" pitchFamily="34" charset="0"/>
              </a:rPr>
              <a:t>Containers run consistently in any environment</a:t>
            </a:r>
          </a:p>
          <a:p>
            <a:pPr marL="457200" lvl="0" indent="-457200">
              <a:buFont typeface="+mj-lt"/>
              <a:buAutoNum type="arabicPeriod"/>
            </a:pPr>
            <a:r>
              <a:rPr lang="en-US" sz="2000" b="1" dirty="0">
                <a:solidFill>
                  <a:prstClr val="white"/>
                </a:solidFill>
                <a:latin typeface="Arial" panose="020B0604020202020204" pitchFamily="34" charset="0"/>
                <a:cs typeface="Arial" panose="020B0604020202020204" pitchFamily="34" charset="0"/>
              </a:rPr>
              <a:t>Efficiency.</a:t>
            </a:r>
            <a:r>
              <a:rPr lang="en-US" dirty="0"/>
              <a:t> </a:t>
            </a:r>
            <a:r>
              <a:rPr lang="en-US" b="1" dirty="0">
                <a:latin typeface="Arial" panose="020B0604020202020204" pitchFamily="34" charset="0"/>
                <a:cs typeface="Arial" panose="020B0604020202020204" pitchFamily="34" charset="0"/>
              </a:rPr>
              <a:t>While VMs require a full guest operating system and a hypervisor, containers don’t.</a:t>
            </a:r>
          </a:p>
          <a:p>
            <a:pPr marL="457200" lvl="0" indent="-457200">
              <a:buFont typeface="+mj-lt"/>
              <a:buAutoNum type="arabicPeriod"/>
            </a:pPr>
            <a:r>
              <a:rPr lang="en-US" sz="2000" b="1" dirty="0">
                <a:solidFill>
                  <a:prstClr val="white"/>
                </a:solidFill>
                <a:latin typeface="Arial" panose="020B0604020202020204" pitchFamily="34" charset="0"/>
                <a:cs typeface="Arial" panose="020B0604020202020204" pitchFamily="34" charset="0"/>
              </a:rPr>
              <a:t>Isolation. </a:t>
            </a:r>
            <a:r>
              <a:rPr lang="en-US" b="1" dirty="0">
                <a:latin typeface="Arial" panose="020B0604020202020204" pitchFamily="34" charset="0"/>
                <a:cs typeface="Arial" panose="020B0604020202020204" pitchFamily="34" charset="0"/>
              </a:rPr>
              <a:t>Each container runs isolated processes, with its own software, configuration, network stack, and environment variables.</a:t>
            </a:r>
          </a:p>
        </p:txBody>
      </p:sp>
    </p:spTree>
    <p:extLst>
      <p:ext uri="{BB962C8B-B14F-4D97-AF65-F5344CB8AC3E}">
        <p14:creationId xmlns:p14="http://schemas.microsoft.com/office/powerpoint/2010/main" val="17250309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8A60D06C-08FE-A804-75F9-FE36EAD23D5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DEF8B9FF-6E0B-10C8-C58C-5ED130B1D35B}"/>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Why should I use Docker?</a:t>
            </a:r>
          </a:p>
        </p:txBody>
      </p:sp>
      <p:sp>
        <p:nvSpPr>
          <p:cNvPr id="9" name="Rectangle 8">
            <a:extLst>
              <a:ext uri="{FF2B5EF4-FFF2-40B4-BE49-F238E27FC236}">
                <a16:creationId xmlns:a16="http://schemas.microsoft.com/office/drawing/2014/main" id="{9419F58A-F4E1-7477-6AE1-A0385DAE0D00}"/>
              </a:ext>
            </a:extLst>
          </p:cNvPr>
          <p:cNvSpPr/>
          <p:nvPr/>
        </p:nvSpPr>
        <p:spPr>
          <a:xfrm>
            <a:off x="148223" y="1538922"/>
            <a:ext cx="111760" cy="9959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4FE6484C-99CE-B1AF-C1CE-9B59286AFF50}"/>
              </a:ext>
            </a:extLst>
          </p:cNvPr>
          <p:cNvSpPr/>
          <p:nvPr/>
        </p:nvSpPr>
        <p:spPr>
          <a:xfrm>
            <a:off x="224422" y="1538922"/>
            <a:ext cx="11743155" cy="9959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schemeClr val="accent5">
                    <a:lumMod val="60000"/>
                    <a:lumOff val="40000"/>
                  </a:schemeClr>
                </a:solidFill>
                <a:latin typeface="Arial" panose="020B0604020202020204" pitchFamily="34" charset="0"/>
                <a:cs typeface="Arial" panose="020B0604020202020204" pitchFamily="34" charset="0"/>
              </a:rPr>
              <a:t>The “but it works on my machine” problem</a:t>
            </a:r>
            <a:r>
              <a:rPr lang="en-US" sz="2000" b="1" dirty="0">
                <a:solidFill>
                  <a:prstClr val="white"/>
                </a:solidFill>
                <a:latin typeface="Arial" panose="020B0604020202020204" pitchFamily="34" charset="0"/>
                <a:cs typeface="Arial" panose="020B0604020202020204" pitchFamily="34" charset="0"/>
              </a:rPr>
              <a:t>. Docker ensures that an application runs consistently for every developer and in every stage of production, thereby eliminating environment-related bugs.</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 name="Rectangle 1">
            <a:extLst>
              <a:ext uri="{FF2B5EF4-FFF2-40B4-BE49-F238E27FC236}">
                <a16:creationId xmlns:a16="http://schemas.microsoft.com/office/drawing/2014/main" id="{8A65AFC4-BFCE-F35F-0CD0-B263DAA1B375}"/>
              </a:ext>
            </a:extLst>
          </p:cNvPr>
          <p:cNvSpPr/>
          <p:nvPr/>
        </p:nvSpPr>
        <p:spPr>
          <a:xfrm>
            <a:off x="148223" y="2727958"/>
            <a:ext cx="111760" cy="9959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20A23429-1802-C500-38A9-BEDB7C2EB4F5}"/>
              </a:ext>
            </a:extLst>
          </p:cNvPr>
          <p:cNvSpPr/>
          <p:nvPr/>
        </p:nvSpPr>
        <p:spPr>
          <a:xfrm>
            <a:off x="224422" y="2727958"/>
            <a:ext cx="11743155" cy="9959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schemeClr val="accent5">
                    <a:lumMod val="60000"/>
                    <a:lumOff val="40000"/>
                  </a:schemeClr>
                </a:solidFill>
                <a:latin typeface="Arial" panose="020B0604020202020204" pitchFamily="34" charset="0"/>
                <a:cs typeface="Arial" panose="020B0604020202020204" pitchFamily="34" charset="0"/>
              </a:rPr>
              <a:t>Rapid development and deployment</a:t>
            </a:r>
            <a:r>
              <a:rPr lang="en-US" sz="2000" b="1" dirty="0">
                <a:solidFill>
                  <a:prstClr val="white"/>
                </a:solidFill>
                <a:latin typeface="Arial" panose="020B0604020202020204" pitchFamily="34" charset="0"/>
                <a:cs typeface="Arial" panose="020B0604020202020204" pitchFamily="34" charset="0"/>
              </a:rPr>
              <a:t>. It simplifies the process of creating a reproducible environment. Developers can integrate features like maps or payment gateways without having to build them from scratch, which saves time.</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 name="Rectangle 5">
            <a:extLst>
              <a:ext uri="{FF2B5EF4-FFF2-40B4-BE49-F238E27FC236}">
                <a16:creationId xmlns:a16="http://schemas.microsoft.com/office/drawing/2014/main" id="{A2DD872E-BB10-C283-9701-D3A53720510C}"/>
              </a:ext>
            </a:extLst>
          </p:cNvPr>
          <p:cNvSpPr/>
          <p:nvPr/>
        </p:nvSpPr>
        <p:spPr>
          <a:xfrm>
            <a:off x="148223" y="3916994"/>
            <a:ext cx="111760" cy="9959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4FD13A32-7847-0EEE-768E-6737B79DB0E0}"/>
              </a:ext>
            </a:extLst>
          </p:cNvPr>
          <p:cNvSpPr/>
          <p:nvPr/>
        </p:nvSpPr>
        <p:spPr>
          <a:xfrm>
            <a:off x="224422" y="3916994"/>
            <a:ext cx="11743155" cy="9959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schemeClr val="accent5">
                    <a:lumMod val="60000"/>
                    <a:lumOff val="40000"/>
                  </a:schemeClr>
                </a:solidFill>
                <a:latin typeface="Arial" panose="020B0604020202020204" pitchFamily="34" charset="0"/>
                <a:cs typeface="Arial" panose="020B0604020202020204" pitchFamily="34" charset="0"/>
              </a:rPr>
              <a:t>Scalability and portability. </a:t>
            </a:r>
            <a:r>
              <a:rPr lang="en-US" sz="2000" b="1" dirty="0">
                <a:solidFill>
                  <a:prstClr val="white"/>
                </a:solidFill>
                <a:latin typeface="Arial" panose="020B0604020202020204" pitchFamily="34" charset="0"/>
                <a:cs typeface="Arial" panose="020B0604020202020204" pitchFamily="34" charset="0"/>
              </a:rPr>
              <a:t>Using tools like Docker Compose, you can define a complex multi-container application stack in a single file and easily share it, ensuring consistency across teams and scaling services as needed.</a:t>
            </a:r>
          </a:p>
        </p:txBody>
      </p:sp>
      <p:sp>
        <p:nvSpPr>
          <p:cNvPr id="11" name="Rectangle 10">
            <a:extLst>
              <a:ext uri="{FF2B5EF4-FFF2-40B4-BE49-F238E27FC236}">
                <a16:creationId xmlns:a16="http://schemas.microsoft.com/office/drawing/2014/main" id="{01B53008-C52D-3DF8-EB1D-B8867A9C1DB3}"/>
              </a:ext>
            </a:extLst>
          </p:cNvPr>
          <p:cNvSpPr/>
          <p:nvPr/>
        </p:nvSpPr>
        <p:spPr>
          <a:xfrm>
            <a:off x="148223" y="5106030"/>
            <a:ext cx="111760" cy="9959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E8D1DAAA-CA2E-16C3-F098-2A2FF8F040BA}"/>
              </a:ext>
            </a:extLst>
          </p:cNvPr>
          <p:cNvSpPr/>
          <p:nvPr/>
        </p:nvSpPr>
        <p:spPr>
          <a:xfrm>
            <a:off x="224422" y="5106030"/>
            <a:ext cx="11743155" cy="9959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schemeClr val="accent5">
                    <a:lumMod val="60000"/>
                    <a:lumOff val="40000"/>
                  </a:schemeClr>
                </a:solidFill>
                <a:latin typeface="Arial" panose="020B0604020202020204" pitchFamily="34" charset="0"/>
                <a:cs typeface="Arial" panose="020B0604020202020204" pitchFamily="34" charset="0"/>
              </a:rPr>
              <a:t>Resource efficiency. </a:t>
            </a:r>
            <a:r>
              <a:rPr lang="en-US" sz="2000" b="1" dirty="0">
                <a:solidFill>
                  <a:prstClr val="white"/>
                </a:solidFill>
                <a:latin typeface="Arial" panose="020B0604020202020204" pitchFamily="34" charset="0"/>
                <a:cs typeface="Arial" panose="020B0604020202020204" pitchFamily="34" charset="0"/>
              </a:rPr>
              <a:t>Since containers are lightweight and share the host OS kernel, they require fewer resources than traditional VMs.</a:t>
            </a:r>
          </a:p>
        </p:txBody>
      </p:sp>
    </p:spTree>
    <p:extLst>
      <p:ext uri="{BB962C8B-B14F-4D97-AF65-F5344CB8AC3E}">
        <p14:creationId xmlns:p14="http://schemas.microsoft.com/office/powerpoint/2010/main" val="2582668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443467B1-ED22-43D5-342B-A7042226090A}"/>
              </a:ext>
            </a:extLst>
          </p:cNvPr>
          <p:cNvPicPr>
            <a:picLocks noChangeAspect="1"/>
          </p:cNvPicPr>
          <p:nvPr/>
        </p:nvPicPr>
        <p:blipFill>
          <a:blip r:embed="rId2">
            <a:extLst>
              <a:ext uri="{28A0092B-C50C-407E-A947-70E740481C1C}">
                <a14:useLocalDpi xmlns:a14="http://schemas.microsoft.com/office/drawing/2010/main" val="0"/>
              </a:ext>
            </a:extLst>
          </a:blip>
          <a:srcRect r="21285"/>
          <a:stretch>
            <a:fillRect/>
          </a:stretch>
        </p:blipFill>
        <p:spPr>
          <a:xfrm>
            <a:off x="3333382" y="38513"/>
            <a:ext cx="8841009" cy="6858000"/>
          </a:xfrm>
          <a:prstGeom prst="rect">
            <a:avLst/>
          </a:prstGeom>
        </p:spPr>
      </p:pic>
      <p:sp>
        <p:nvSpPr>
          <p:cNvPr id="41" name="Freeform: Shape 40">
            <a:extLst>
              <a:ext uri="{FF2B5EF4-FFF2-40B4-BE49-F238E27FC236}">
                <a16:creationId xmlns:a16="http://schemas.microsoft.com/office/drawing/2014/main" id="{A5E38A89-4AFA-CE4F-E4B2-9976852A4591}"/>
              </a:ext>
            </a:extLst>
          </p:cNvPr>
          <p:cNvSpPr/>
          <p:nvPr/>
        </p:nvSpPr>
        <p:spPr>
          <a:xfrm>
            <a:off x="-17604" y="0"/>
            <a:ext cx="12191995" cy="6858000"/>
          </a:xfrm>
          <a:custGeom>
            <a:avLst/>
            <a:gdLst>
              <a:gd name="connsiteX0" fmla="*/ 12191995 w 12191995"/>
              <a:gd name="connsiteY0" fmla="*/ 6594648 h 6857997"/>
              <a:gd name="connsiteX1" fmla="*/ 12191995 w 12191995"/>
              <a:gd name="connsiteY1" fmla="*/ 6857997 h 6857997"/>
              <a:gd name="connsiteX2" fmla="*/ 11665298 w 12191995"/>
              <a:gd name="connsiteY2" fmla="*/ 6857997 h 6857997"/>
              <a:gd name="connsiteX3" fmla="*/ 10969469 w 12191995"/>
              <a:gd name="connsiteY3" fmla="*/ 3905404 h 6857997"/>
              <a:gd name="connsiteX4" fmla="*/ 10305791 w 12191995"/>
              <a:gd name="connsiteY4" fmla="*/ 4237242 h 6857997"/>
              <a:gd name="connsiteX5" fmla="*/ 10305791 w 12191995"/>
              <a:gd name="connsiteY5" fmla="*/ 5146726 h 6857997"/>
              <a:gd name="connsiteX6" fmla="*/ 10969469 w 12191995"/>
              <a:gd name="connsiteY6" fmla="*/ 5478565 h 6857997"/>
              <a:gd name="connsiteX7" fmla="*/ 11633145 w 12191995"/>
              <a:gd name="connsiteY7" fmla="*/ 5146726 h 6857997"/>
              <a:gd name="connsiteX8" fmla="*/ 11633145 w 12191995"/>
              <a:gd name="connsiteY8" fmla="*/ 4237242 h 6857997"/>
              <a:gd name="connsiteX9" fmla="*/ 9505439 w 12191995"/>
              <a:gd name="connsiteY9" fmla="*/ 3905404 h 6857997"/>
              <a:gd name="connsiteX10" fmla="*/ 8841763 w 12191995"/>
              <a:gd name="connsiteY10" fmla="*/ 4237242 h 6857997"/>
              <a:gd name="connsiteX11" fmla="*/ 8841763 w 12191995"/>
              <a:gd name="connsiteY11" fmla="*/ 5146726 h 6857997"/>
              <a:gd name="connsiteX12" fmla="*/ 9505439 w 12191995"/>
              <a:gd name="connsiteY12" fmla="*/ 5478565 h 6857997"/>
              <a:gd name="connsiteX13" fmla="*/ 10169117 w 12191995"/>
              <a:gd name="connsiteY13" fmla="*/ 5146726 h 6857997"/>
              <a:gd name="connsiteX14" fmla="*/ 10169117 w 12191995"/>
              <a:gd name="connsiteY14" fmla="*/ 4237242 h 6857997"/>
              <a:gd name="connsiteX15" fmla="*/ 8041411 w 12191995"/>
              <a:gd name="connsiteY15" fmla="*/ 3905404 h 6857997"/>
              <a:gd name="connsiteX16" fmla="*/ 7377734 w 12191995"/>
              <a:gd name="connsiteY16" fmla="*/ 4237242 h 6857997"/>
              <a:gd name="connsiteX17" fmla="*/ 7377734 w 12191995"/>
              <a:gd name="connsiteY17" fmla="*/ 5146726 h 6857997"/>
              <a:gd name="connsiteX18" fmla="*/ 8041411 w 12191995"/>
              <a:gd name="connsiteY18" fmla="*/ 5478565 h 6857997"/>
              <a:gd name="connsiteX19" fmla="*/ 8705087 w 12191995"/>
              <a:gd name="connsiteY19" fmla="*/ 5146726 h 6857997"/>
              <a:gd name="connsiteX20" fmla="*/ 8705087 w 12191995"/>
              <a:gd name="connsiteY20" fmla="*/ 4237242 h 6857997"/>
              <a:gd name="connsiteX21" fmla="*/ 6577382 w 12191995"/>
              <a:gd name="connsiteY21" fmla="*/ 3905404 h 6857997"/>
              <a:gd name="connsiteX22" fmla="*/ 5913706 w 12191995"/>
              <a:gd name="connsiteY22" fmla="*/ 4237242 h 6857997"/>
              <a:gd name="connsiteX23" fmla="*/ 5913706 w 12191995"/>
              <a:gd name="connsiteY23" fmla="*/ 5146726 h 6857997"/>
              <a:gd name="connsiteX24" fmla="*/ 6577382 w 12191995"/>
              <a:gd name="connsiteY24" fmla="*/ 5478565 h 6857997"/>
              <a:gd name="connsiteX25" fmla="*/ 7241059 w 12191995"/>
              <a:gd name="connsiteY25" fmla="*/ 5146726 h 6857997"/>
              <a:gd name="connsiteX26" fmla="*/ 7241059 w 12191995"/>
              <a:gd name="connsiteY26" fmla="*/ 4237242 h 6857997"/>
              <a:gd name="connsiteX27" fmla="*/ 10169117 w 12191995"/>
              <a:gd name="connsiteY27" fmla="*/ 2525971 h 6857997"/>
              <a:gd name="connsiteX28" fmla="*/ 9505439 w 12191995"/>
              <a:gd name="connsiteY28" fmla="*/ 2857808 h 6857997"/>
              <a:gd name="connsiteX29" fmla="*/ 9505439 w 12191995"/>
              <a:gd name="connsiteY29" fmla="*/ 3767291 h 6857997"/>
              <a:gd name="connsiteX30" fmla="*/ 10169117 w 12191995"/>
              <a:gd name="connsiteY30" fmla="*/ 4099130 h 6857997"/>
              <a:gd name="connsiteX31" fmla="*/ 10832793 w 12191995"/>
              <a:gd name="connsiteY31" fmla="*/ 3767291 h 6857997"/>
              <a:gd name="connsiteX32" fmla="*/ 10832793 w 12191995"/>
              <a:gd name="connsiteY32" fmla="*/ 2857808 h 6857997"/>
              <a:gd name="connsiteX33" fmla="*/ 8705087 w 12191995"/>
              <a:gd name="connsiteY33" fmla="*/ 2525971 h 6857997"/>
              <a:gd name="connsiteX34" fmla="*/ 8041411 w 12191995"/>
              <a:gd name="connsiteY34" fmla="*/ 2857808 h 6857997"/>
              <a:gd name="connsiteX35" fmla="*/ 8041411 w 12191995"/>
              <a:gd name="connsiteY35" fmla="*/ 3767291 h 6857997"/>
              <a:gd name="connsiteX36" fmla="*/ 8705087 w 12191995"/>
              <a:gd name="connsiteY36" fmla="*/ 4099130 h 6857997"/>
              <a:gd name="connsiteX37" fmla="*/ 9368765 w 12191995"/>
              <a:gd name="connsiteY37" fmla="*/ 3767291 h 6857997"/>
              <a:gd name="connsiteX38" fmla="*/ 9368765 w 12191995"/>
              <a:gd name="connsiteY38" fmla="*/ 2857808 h 6857997"/>
              <a:gd name="connsiteX39" fmla="*/ 7241059 w 12191995"/>
              <a:gd name="connsiteY39" fmla="*/ 2525969 h 6857997"/>
              <a:gd name="connsiteX40" fmla="*/ 6577382 w 12191995"/>
              <a:gd name="connsiteY40" fmla="*/ 2857808 h 6857997"/>
              <a:gd name="connsiteX41" fmla="*/ 6577382 w 12191995"/>
              <a:gd name="connsiteY41" fmla="*/ 3767291 h 6857997"/>
              <a:gd name="connsiteX42" fmla="*/ 7241059 w 12191995"/>
              <a:gd name="connsiteY42" fmla="*/ 4099130 h 6857997"/>
              <a:gd name="connsiteX43" fmla="*/ 7904736 w 12191995"/>
              <a:gd name="connsiteY43" fmla="*/ 3767291 h 6857997"/>
              <a:gd name="connsiteX44" fmla="*/ 7904736 w 12191995"/>
              <a:gd name="connsiteY44" fmla="*/ 2857808 h 6857997"/>
              <a:gd name="connsiteX45" fmla="*/ 10969467 w 12191995"/>
              <a:gd name="connsiteY45" fmla="*/ 1146536 h 6857997"/>
              <a:gd name="connsiteX46" fmla="*/ 10305791 w 12191995"/>
              <a:gd name="connsiteY46" fmla="*/ 1478374 h 6857997"/>
              <a:gd name="connsiteX47" fmla="*/ 10305791 w 12191995"/>
              <a:gd name="connsiteY47" fmla="*/ 2387858 h 6857997"/>
              <a:gd name="connsiteX48" fmla="*/ 10969467 w 12191995"/>
              <a:gd name="connsiteY48" fmla="*/ 2719697 h 6857997"/>
              <a:gd name="connsiteX49" fmla="*/ 11633145 w 12191995"/>
              <a:gd name="connsiteY49" fmla="*/ 2387858 h 6857997"/>
              <a:gd name="connsiteX50" fmla="*/ 11633145 w 12191995"/>
              <a:gd name="connsiteY50" fmla="*/ 1478374 h 6857997"/>
              <a:gd name="connsiteX51" fmla="*/ 9505439 w 12191995"/>
              <a:gd name="connsiteY51" fmla="*/ 1146536 h 6857997"/>
              <a:gd name="connsiteX52" fmla="*/ 8841761 w 12191995"/>
              <a:gd name="connsiteY52" fmla="*/ 1478374 h 6857997"/>
              <a:gd name="connsiteX53" fmla="*/ 8841761 w 12191995"/>
              <a:gd name="connsiteY53" fmla="*/ 2387856 h 6857997"/>
              <a:gd name="connsiteX54" fmla="*/ 9505439 w 12191995"/>
              <a:gd name="connsiteY54" fmla="*/ 2719696 h 6857997"/>
              <a:gd name="connsiteX55" fmla="*/ 10169115 w 12191995"/>
              <a:gd name="connsiteY55" fmla="*/ 2387856 h 6857997"/>
              <a:gd name="connsiteX56" fmla="*/ 10169115 w 12191995"/>
              <a:gd name="connsiteY56" fmla="*/ 1478374 h 6857997"/>
              <a:gd name="connsiteX57" fmla="*/ 8041410 w 12191995"/>
              <a:gd name="connsiteY57" fmla="*/ 1146536 h 6857997"/>
              <a:gd name="connsiteX58" fmla="*/ 7377733 w 12191995"/>
              <a:gd name="connsiteY58" fmla="*/ 1478374 h 6857997"/>
              <a:gd name="connsiteX59" fmla="*/ 7377733 w 12191995"/>
              <a:gd name="connsiteY59" fmla="*/ 2387856 h 6857997"/>
              <a:gd name="connsiteX60" fmla="*/ 8041410 w 12191995"/>
              <a:gd name="connsiteY60" fmla="*/ 2719696 h 6857997"/>
              <a:gd name="connsiteX61" fmla="*/ 8705087 w 12191995"/>
              <a:gd name="connsiteY61" fmla="*/ 2387856 h 6857997"/>
              <a:gd name="connsiteX62" fmla="*/ 8705087 w 12191995"/>
              <a:gd name="connsiteY62" fmla="*/ 1478374 h 6857997"/>
              <a:gd name="connsiteX63" fmla="*/ 6577381 w 12191995"/>
              <a:gd name="connsiteY63" fmla="*/ 1146536 h 6857997"/>
              <a:gd name="connsiteX64" fmla="*/ 5913706 w 12191995"/>
              <a:gd name="connsiteY64" fmla="*/ 1478374 h 6857997"/>
              <a:gd name="connsiteX65" fmla="*/ 5913706 w 12191995"/>
              <a:gd name="connsiteY65" fmla="*/ 2387856 h 6857997"/>
              <a:gd name="connsiteX66" fmla="*/ 6577381 w 12191995"/>
              <a:gd name="connsiteY66" fmla="*/ 2719696 h 6857997"/>
              <a:gd name="connsiteX67" fmla="*/ 7241058 w 12191995"/>
              <a:gd name="connsiteY67" fmla="*/ 2387856 h 6857997"/>
              <a:gd name="connsiteX68" fmla="*/ 7241058 w 12191995"/>
              <a:gd name="connsiteY68" fmla="*/ 1478374 h 6857997"/>
              <a:gd name="connsiteX69" fmla="*/ 0 w 12191995"/>
              <a:gd name="connsiteY69" fmla="*/ 0 h 6857997"/>
              <a:gd name="connsiteX70" fmla="*/ 5447902 w 12191995"/>
              <a:gd name="connsiteY70" fmla="*/ 0 h 6857997"/>
              <a:gd name="connsiteX71" fmla="*/ 5250027 w 12191995"/>
              <a:gd name="connsiteY71" fmla="*/ 98937 h 6857997"/>
              <a:gd name="connsiteX72" fmla="*/ 5250027 w 12191995"/>
              <a:gd name="connsiteY72" fmla="*/ 1008421 h 6857997"/>
              <a:gd name="connsiteX73" fmla="*/ 5913704 w 12191995"/>
              <a:gd name="connsiteY73" fmla="*/ 1340260 h 6857997"/>
              <a:gd name="connsiteX74" fmla="*/ 6577381 w 12191995"/>
              <a:gd name="connsiteY74" fmla="*/ 1008421 h 6857997"/>
              <a:gd name="connsiteX75" fmla="*/ 6577381 w 12191995"/>
              <a:gd name="connsiteY75" fmla="*/ 98937 h 6857997"/>
              <a:gd name="connsiteX76" fmla="*/ 6379506 w 12191995"/>
              <a:gd name="connsiteY76" fmla="*/ 0 h 6857997"/>
              <a:gd name="connsiteX77" fmla="*/ 6911931 w 12191995"/>
              <a:gd name="connsiteY77" fmla="*/ 0 h 6857997"/>
              <a:gd name="connsiteX78" fmla="*/ 6714056 w 12191995"/>
              <a:gd name="connsiteY78" fmla="*/ 98937 h 6857997"/>
              <a:gd name="connsiteX79" fmla="*/ 6714056 w 12191995"/>
              <a:gd name="connsiteY79" fmla="*/ 1008421 h 6857997"/>
              <a:gd name="connsiteX80" fmla="*/ 7377733 w 12191995"/>
              <a:gd name="connsiteY80" fmla="*/ 1340260 h 6857997"/>
              <a:gd name="connsiteX81" fmla="*/ 8041410 w 12191995"/>
              <a:gd name="connsiteY81" fmla="*/ 1008421 h 6857997"/>
              <a:gd name="connsiteX82" fmla="*/ 8041410 w 12191995"/>
              <a:gd name="connsiteY82" fmla="*/ 98937 h 6857997"/>
              <a:gd name="connsiteX83" fmla="*/ 7843535 w 12191995"/>
              <a:gd name="connsiteY83" fmla="*/ 0 h 6857997"/>
              <a:gd name="connsiteX84" fmla="*/ 8375960 w 12191995"/>
              <a:gd name="connsiteY84" fmla="*/ 0 h 6857997"/>
              <a:gd name="connsiteX85" fmla="*/ 8178085 w 12191995"/>
              <a:gd name="connsiteY85" fmla="*/ 98937 h 6857997"/>
              <a:gd name="connsiteX86" fmla="*/ 8178085 w 12191995"/>
              <a:gd name="connsiteY86" fmla="*/ 1008421 h 6857997"/>
              <a:gd name="connsiteX87" fmla="*/ 8841761 w 12191995"/>
              <a:gd name="connsiteY87" fmla="*/ 1340260 h 6857997"/>
              <a:gd name="connsiteX88" fmla="*/ 9505439 w 12191995"/>
              <a:gd name="connsiteY88" fmla="*/ 1008421 h 6857997"/>
              <a:gd name="connsiteX89" fmla="*/ 9505439 w 12191995"/>
              <a:gd name="connsiteY89" fmla="*/ 98937 h 6857997"/>
              <a:gd name="connsiteX90" fmla="*/ 9307564 w 12191995"/>
              <a:gd name="connsiteY90" fmla="*/ 0 h 6857997"/>
              <a:gd name="connsiteX91" fmla="*/ 9839989 w 12191995"/>
              <a:gd name="connsiteY91" fmla="*/ 0 h 6857997"/>
              <a:gd name="connsiteX92" fmla="*/ 9642113 w 12191995"/>
              <a:gd name="connsiteY92" fmla="*/ 98937 h 6857997"/>
              <a:gd name="connsiteX93" fmla="*/ 9642113 w 12191995"/>
              <a:gd name="connsiteY93" fmla="*/ 1008421 h 6857997"/>
              <a:gd name="connsiteX94" fmla="*/ 10305791 w 12191995"/>
              <a:gd name="connsiteY94" fmla="*/ 1340260 h 6857997"/>
              <a:gd name="connsiteX95" fmla="*/ 10969467 w 12191995"/>
              <a:gd name="connsiteY95" fmla="*/ 1008421 h 6857997"/>
              <a:gd name="connsiteX96" fmla="*/ 10969467 w 12191995"/>
              <a:gd name="connsiteY96" fmla="*/ 98937 h 6857997"/>
              <a:gd name="connsiteX97" fmla="*/ 10771592 w 12191995"/>
              <a:gd name="connsiteY97" fmla="*/ 0 h 6857997"/>
              <a:gd name="connsiteX98" fmla="*/ 11304019 w 12191995"/>
              <a:gd name="connsiteY98" fmla="*/ 0 h 6857997"/>
              <a:gd name="connsiteX99" fmla="*/ 11106143 w 12191995"/>
              <a:gd name="connsiteY99" fmla="*/ 98937 h 6857997"/>
              <a:gd name="connsiteX100" fmla="*/ 11106143 w 12191995"/>
              <a:gd name="connsiteY100" fmla="*/ 1008421 h 6857997"/>
              <a:gd name="connsiteX101" fmla="*/ 11769821 w 12191995"/>
              <a:gd name="connsiteY101" fmla="*/ 1340260 h 6857997"/>
              <a:gd name="connsiteX102" fmla="*/ 12191995 w 12191995"/>
              <a:gd name="connsiteY102" fmla="*/ 1129173 h 6857997"/>
              <a:gd name="connsiteX103" fmla="*/ 12191995 w 12191995"/>
              <a:gd name="connsiteY103" fmla="*/ 1267287 h 6857997"/>
              <a:gd name="connsiteX104" fmla="*/ 11769821 w 12191995"/>
              <a:gd name="connsiteY104" fmla="*/ 1478374 h 6857997"/>
              <a:gd name="connsiteX105" fmla="*/ 11769821 w 12191995"/>
              <a:gd name="connsiteY105" fmla="*/ 2387858 h 6857997"/>
              <a:gd name="connsiteX106" fmla="*/ 12191995 w 12191995"/>
              <a:gd name="connsiteY106" fmla="*/ 2598945 h 6857997"/>
              <a:gd name="connsiteX107" fmla="*/ 12191995 w 12191995"/>
              <a:gd name="connsiteY107" fmla="*/ 2805394 h 6857997"/>
              <a:gd name="connsiteX108" fmla="*/ 11633145 w 12191995"/>
              <a:gd name="connsiteY108" fmla="*/ 2525971 h 6857997"/>
              <a:gd name="connsiteX109" fmla="*/ 10969469 w 12191995"/>
              <a:gd name="connsiteY109" fmla="*/ 2857808 h 6857997"/>
              <a:gd name="connsiteX110" fmla="*/ 10969469 w 12191995"/>
              <a:gd name="connsiteY110" fmla="*/ 3767291 h 6857997"/>
              <a:gd name="connsiteX111" fmla="*/ 11633145 w 12191995"/>
              <a:gd name="connsiteY111" fmla="*/ 4099130 h 6857997"/>
              <a:gd name="connsiteX112" fmla="*/ 12191995 w 12191995"/>
              <a:gd name="connsiteY112" fmla="*/ 3819705 h 6857997"/>
              <a:gd name="connsiteX113" fmla="*/ 12191995 w 12191995"/>
              <a:gd name="connsiteY113" fmla="*/ 4026155 h 6857997"/>
              <a:gd name="connsiteX114" fmla="*/ 11769821 w 12191995"/>
              <a:gd name="connsiteY114" fmla="*/ 4237242 h 6857997"/>
              <a:gd name="connsiteX115" fmla="*/ 11769821 w 12191995"/>
              <a:gd name="connsiteY115" fmla="*/ 5146726 h 6857997"/>
              <a:gd name="connsiteX116" fmla="*/ 12191995 w 12191995"/>
              <a:gd name="connsiteY116" fmla="*/ 5357813 h 6857997"/>
              <a:gd name="connsiteX117" fmla="*/ 12191995 w 12191995"/>
              <a:gd name="connsiteY117" fmla="*/ 5548186 h 6857997"/>
              <a:gd name="connsiteX118" fmla="*/ 11665297 w 12191995"/>
              <a:gd name="connsiteY118" fmla="*/ 5284837 h 6857997"/>
              <a:gd name="connsiteX119" fmla="*/ 11001619 w 12191995"/>
              <a:gd name="connsiteY119" fmla="*/ 5616675 h 6857997"/>
              <a:gd name="connsiteX120" fmla="*/ 11001619 w 12191995"/>
              <a:gd name="connsiteY120" fmla="*/ 6526159 h 6857997"/>
              <a:gd name="connsiteX121" fmla="*/ 11665296 w 12191995"/>
              <a:gd name="connsiteY121" fmla="*/ 6857997 h 6857997"/>
              <a:gd name="connsiteX122" fmla="*/ 10201268 w 12191995"/>
              <a:gd name="connsiteY122" fmla="*/ 6857997 h 6857997"/>
              <a:gd name="connsiteX123" fmla="*/ 10864943 w 12191995"/>
              <a:gd name="connsiteY123" fmla="*/ 6526159 h 6857997"/>
              <a:gd name="connsiteX124" fmla="*/ 10864943 w 12191995"/>
              <a:gd name="connsiteY124" fmla="*/ 5616675 h 6857997"/>
              <a:gd name="connsiteX125" fmla="*/ 10201267 w 12191995"/>
              <a:gd name="connsiteY125" fmla="*/ 5284837 h 6857997"/>
              <a:gd name="connsiteX126" fmla="*/ 9537589 w 12191995"/>
              <a:gd name="connsiteY126" fmla="*/ 5616675 h 6857997"/>
              <a:gd name="connsiteX127" fmla="*/ 9537589 w 12191995"/>
              <a:gd name="connsiteY127" fmla="*/ 6526159 h 6857997"/>
              <a:gd name="connsiteX128" fmla="*/ 10201266 w 12191995"/>
              <a:gd name="connsiteY128" fmla="*/ 6857997 h 6857997"/>
              <a:gd name="connsiteX129" fmla="*/ 8737238 w 12191995"/>
              <a:gd name="connsiteY129" fmla="*/ 6857997 h 6857997"/>
              <a:gd name="connsiteX130" fmla="*/ 9400915 w 12191995"/>
              <a:gd name="connsiteY130" fmla="*/ 6526159 h 6857997"/>
              <a:gd name="connsiteX131" fmla="*/ 9400915 w 12191995"/>
              <a:gd name="connsiteY131" fmla="*/ 5616675 h 6857997"/>
              <a:gd name="connsiteX132" fmla="*/ 8737237 w 12191995"/>
              <a:gd name="connsiteY132" fmla="*/ 5284837 h 6857997"/>
              <a:gd name="connsiteX133" fmla="*/ 8073561 w 12191995"/>
              <a:gd name="connsiteY133" fmla="*/ 5616675 h 6857997"/>
              <a:gd name="connsiteX134" fmla="*/ 8073561 w 12191995"/>
              <a:gd name="connsiteY134" fmla="*/ 6526159 h 6857997"/>
              <a:gd name="connsiteX135" fmla="*/ 8737236 w 12191995"/>
              <a:gd name="connsiteY135" fmla="*/ 6857997 h 6857997"/>
              <a:gd name="connsiteX136" fmla="*/ 7273210 w 12191995"/>
              <a:gd name="connsiteY136" fmla="*/ 6857997 h 6857997"/>
              <a:gd name="connsiteX137" fmla="*/ 7936886 w 12191995"/>
              <a:gd name="connsiteY137" fmla="*/ 6526159 h 6857997"/>
              <a:gd name="connsiteX138" fmla="*/ 7936886 w 12191995"/>
              <a:gd name="connsiteY138" fmla="*/ 5616675 h 6857997"/>
              <a:gd name="connsiteX139" fmla="*/ 7273209 w 12191995"/>
              <a:gd name="connsiteY139" fmla="*/ 5284837 h 6857997"/>
              <a:gd name="connsiteX140" fmla="*/ 6609532 w 12191995"/>
              <a:gd name="connsiteY140" fmla="*/ 5616675 h 6857997"/>
              <a:gd name="connsiteX141" fmla="*/ 6609532 w 12191995"/>
              <a:gd name="connsiteY141" fmla="*/ 6526159 h 6857997"/>
              <a:gd name="connsiteX142" fmla="*/ 7273208 w 12191995"/>
              <a:gd name="connsiteY142" fmla="*/ 6857997 h 6857997"/>
              <a:gd name="connsiteX143" fmla="*/ 5809181 w 12191995"/>
              <a:gd name="connsiteY143" fmla="*/ 6857997 h 6857997"/>
              <a:gd name="connsiteX144" fmla="*/ 6472857 w 12191995"/>
              <a:gd name="connsiteY144" fmla="*/ 6526159 h 6857997"/>
              <a:gd name="connsiteX145" fmla="*/ 6472857 w 12191995"/>
              <a:gd name="connsiteY145" fmla="*/ 5616675 h 6857997"/>
              <a:gd name="connsiteX146" fmla="*/ 5809180 w 12191995"/>
              <a:gd name="connsiteY146" fmla="*/ 5284837 h 6857997"/>
              <a:gd name="connsiteX147" fmla="*/ 5145504 w 12191995"/>
              <a:gd name="connsiteY147" fmla="*/ 5616675 h 6857997"/>
              <a:gd name="connsiteX148" fmla="*/ 5145504 w 12191995"/>
              <a:gd name="connsiteY148" fmla="*/ 6526159 h 6857997"/>
              <a:gd name="connsiteX149" fmla="*/ 5809179 w 12191995"/>
              <a:gd name="connsiteY149" fmla="*/ 6857997 h 6857997"/>
              <a:gd name="connsiteX150" fmla="*/ 0 w 12191995"/>
              <a:gd name="connsiteY150"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2191995" h="6857997">
                <a:moveTo>
                  <a:pt x="12191995" y="6594648"/>
                </a:moveTo>
                <a:lnTo>
                  <a:pt x="12191995" y="6857997"/>
                </a:lnTo>
                <a:lnTo>
                  <a:pt x="11665298" y="6857997"/>
                </a:lnTo>
                <a:close/>
                <a:moveTo>
                  <a:pt x="10969469" y="3905404"/>
                </a:moveTo>
                <a:lnTo>
                  <a:pt x="10305791" y="4237242"/>
                </a:lnTo>
                <a:lnTo>
                  <a:pt x="10305791" y="5146726"/>
                </a:lnTo>
                <a:lnTo>
                  <a:pt x="10969469" y="5478565"/>
                </a:lnTo>
                <a:lnTo>
                  <a:pt x="11633145" y="5146726"/>
                </a:lnTo>
                <a:lnTo>
                  <a:pt x="11633145" y="4237242"/>
                </a:lnTo>
                <a:close/>
                <a:moveTo>
                  <a:pt x="9505439" y="3905404"/>
                </a:moveTo>
                <a:lnTo>
                  <a:pt x="8841763" y="4237242"/>
                </a:lnTo>
                <a:lnTo>
                  <a:pt x="8841763" y="5146726"/>
                </a:lnTo>
                <a:lnTo>
                  <a:pt x="9505439" y="5478565"/>
                </a:lnTo>
                <a:lnTo>
                  <a:pt x="10169117" y="5146726"/>
                </a:lnTo>
                <a:lnTo>
                  <a:pt x="10169117" y="4237242"/>
                </a:lnTo>
                <a:close/>
                <a:moveTo>
                  <a:pt x="8041411" y="3905404"/>
                </a:moveTo>
                <a:lnTo>
                  <a:pt x="7377734" y="4237242"/>
                </a:lnTo>
                <a:lnTo>
                  <a:pt x="7377734" y="5146726"/>
                </a:lnTo>
                <a:lnTo>
                  <a:pt x="8041411" y="5478565"/>
                </a:lnTo>
                <a:lnTo>
                  <a:pt x="8705087" y="5146726"/>
                </a:lnTo>
                <a:lnTo>
                  <a:pt x="8705087" y="4237242"/>
                </a:lnTo>
                <a:close/>
                <a:moveTo>
                  <a:pt x="6577382" y="3905404"/>
                </a:moveTo>
                <a:lnTo>
                  <a:pt x="5913706" y="4237242"/>
                </a:lnTo>
                <a:lnTo>
                  <a:pt x="5913706" y="5146726"/>
                </a:lnTo>
                <a:lnTo>
                  <a:pt x="6577382" y="5478565"/>
                </a:lnTo>
                <a:lnTo>
                  <a:pt x="7241059" y="5146726"/>
                </a:lnTo>
                <a:lnTo>
                  <a:pt x="7241059" y="4237242"/>
                </a:lnTo>
                <a:close/>
                <a:moveTo>
                  <a:pt x="10169117" y="2525971"/>
                </a:moveTo>
                <a:lnTo>
                  <a:pt x="9505439" y="2857808"/>
                </a:lnTo>
                <a:lnTo>
                  <a:pt x="9505439" y="3767291"/>
                </a:lnTo>
                <a:lnTo>
                  <a:pt x="10169117" y="4099130"/>
                </a:lnTo>
                <a:lnTo>
                  <a:pt x="10832793" y="3767291"/>
                </a:lnTo>
                <a:lnTo>
                  <a:pt x="10832793" y="2857808"/>
                </a:lnTo>
                <a:close/>
                <a:moveTo>
                  <a:pt x="8705087" y="2525971"/>
                </a:moveTo>
                <a:lnTo>
                  <a:pt x="8041411" y="2857808"/>
                </a:lnTo>
                <a:lnTo>
                  <a:pt x="8041411" y="3767291"/>
                </a:lnTo>
                <a:lnTo>
                  <a:pt x="8705087" y="4099130"/>
                </a:lnTo>
                <a:lnTo>
                  <a:pt x="9368765" y="3767291"/>
                </a:lnTo>
                <a:lnTo>
                  <a:pt x="9368765" y="2857808"/>
                </a:lnTo>
                <a:close/>
                <a:moveTo>
                  <a:pt x="7241059" y="2525969"/>
                </a:moveTo>
                <a:lnTo>
                  <a:pt x="6577382" y="2857808"/>
                </a:lnTo>
                <a:lnTo>
                  <a:pt x="6577382" y="3767291"/>
                </a:lnTo>
                <a:lnTo>
                  <a:pt x="7241059" y="4099130"/>
                </a:lnTo>
                <a:lnTo>
                  <a:pt x="7904736" y="3767291"/>
                </a:lnTo>
                <a:lnTo>
                  <a:pt x="7904736" y="2857808"/>
                </a:lnTo>
                <a:close/>
                <a:moveTo>
                  <a:pt x="10969467" y="1146536"/>
                </a:moveTo>
                <a:lnTo>
                  <a:pt x="10305791" y="1478374"/>
                </a:lnTo>
                <a:lnTo>
                  <a:pt x="10305791" y="2387858"/>
                </a:lnTo>
                <a:lnTo>
                  <a:pt x="10969467" y="2719697"/>
                </a:lnTo>
                <a:lnTo>
                  <a:pt x="11633145" y="2387858"/>
                </a:lnTo>
                <a:lnTo>
                  <a:pt x="11633145" y="1478374"/>
                </a:lnTo>
                <a:close/>
                <a:moveTo>
                  <a:pt x="9505439" y="1146536"/>
                </a:moveTo>
                <a:lnTo>
                  <a:pt x="8841761" y="1478374"/>
                </a:lnTo>
                <a:lnTo>
                  <a:pt x="8841761" y="2387856"/>
                </a:lnTo>
                <a:lnTo>
                  <a:pt x="9505439" y="2719696"/>
                </a:lnTo>
                <a:lnTo>
                  <a:pt x="10169115" y="2387856"/>
                </a:lnTo>
                <a:lnTo>
                  <a:pt x="10169115" y="1478374"/>
                </a:lnTo>
                <a:close/>
                <a:moveTo>
                  <a:pt x="8041410" y="1146536"/>
                </a:moveTo>
                <a:lnTo>
                  <a:pt x="7377733" y="1478374"/>
                </a:lnTo>
                <a:lnTo>
                  <a:pt x="7377733" y="2387856"/>
                </a:lnTo>
                <a:lnTo>
                  <a:pt x="8041410" y="2719696"/>
                </a:lnTo>
                <a:lnTo>
                  <a:pt x="8705087" y="2387856"/>
                </a:lnTo>
                <a:lnTo>
                  <a:pt x="8705087" y="1478374"/>
                </a:lnTo>
                <a:close/>
                <a:moveTo>
                  <a:pt x="6577381" y="1146536"/>
                </a:moveTo>
                <a:lnTo>
                  <a:pt x="5913706" y="1478374"/>
                </a:lnTo>
                <a:lnTo>
                  <a:pt x="5913706" y="2387856"/>
                </a:lnTo>
                <a:lnTo>
                  <a:pt x="6577381" y="2719696"/>
                </a:lnTo>
                <a:lnTo>
                  <a:pt x="7241058" y="2387856"/>
                </a:lnTo>
                <a:lnTo>
                  <a:pt x="7241058" y="1478374"/>
                </a:lnTo>
                <a:close/>
                <a:moveTo>
                  <a:pt x="0" y="0"/>
                </a:moveTo>
                <a:lnTo>
                  <a:pt x="5447902" y="0"/>
                </a:lnTo>
                <a:lnTo>
                  <a:pt x="5250027" y="98937"/>
                </a:lnTo>
                <a:lnTo>
                  <a:pt x="5250027" y="1008421"/>
                </a:lnTo>
                <a:lnTo>
                  <a:pt x="5913704" y="1340260"/>
                </a:lnTo>
                <a:lnTo>
                  <a:pt x="6577381" y="1008421"/>
                </a:lnTo>
                <a:lnTo>
                  <a:pt x="6577381" y="98937"/>
                </a:lnTo>
                <a:lnTo>
                  <a:pt x="6379506" y="0"/>
                </a:lnTo>
                <a:lnTo>
                  <a:pt x="6911931" y="0"/>
                </a:lnTo>
                <a:lnTo>
                  <a:pt x="6714056" y="98937"/>
                </a:lnTo>
                <a:lnTo>
                  <a:pt x="6714056" y="1008421"/>
                </a:lnTo>
                <a:lnTo>
                  <a:pt x="7377733" y="1340260"/>
                </a:lnTo>
                <a:lnTo>
                  <a:pt x="8041410" y="1008421"/>
                </a:lnTo>
                <a:lnTo>
                  <a:pt x="8041410" y="98937"/>
                </a:lnTo>
                <a:lnTo>
                  <a:pt x="7843535" y="0"/>
                </a:lnTo>
                <a:lnTo>
                  <a:pt x="8375960" y="0"/>
                </a:lnTo>
                <a:lnTo>
                  <a:pt x="8178085" y="98937"/>
                </a:lnTo>
                <a:lnTo>
                  <a:pt x="8178085" y="1008421"/>
                </a:lnTo>
                <a:lnTo>
                  <a:pt x="8841761" y="1340260"/>
                </a:lnTo>
                <a:lnTo>
                  <a:pt x="9505439" y="1008421"/>
                </a:lnTo>
                <a:lnTo>
                  <a:pt x="9505439" y="98937"/>
                </a:lnTo>
                <a:lnTo>
                  <a:pt x="9307564" y="0"/>
                </a:lnTo>
                <a:lnTo>
                  <a:pt x="9839989" y="0"/>
                </a:lnTo>
                <a:lnTo>
                  <a:pt x="9642113" y="98937"/>
                </a:lnTo>
                <a:lnTo>
                  <a:pt x="9642113" y="1008421"/>
                </a:lnTo>
                <a:lnTo>
                  <a:pt x="10305791" y="1340260"/>
                </a:lnTo>
                <a:lnTo>
                  <a:pt x="10969467" y="1008421"/>
                </a:lnTo>
                <a:lnTo>
                  <a:pt x="10969467" y="98937"/>
                </a:lnTo>
                <a:lnTo>
                  <a:pt x="10771592" y="0"/>
                </a:lnTo>
                <a:lnTo>
                  <a:pt x="11304019" y="0"/>
                </a:lnTo>
                <a:lnTo>
                  <a:pt x="11106143" y="98937"/>
                </a:lnTo>
                <a:lnTo>
                  <a:pt x="11106143" y="1008421"/>
                </a:lnTo>
                <a:lnTo>
                  <a:pt x="11769821" y="1340260"/>
                </a:lnTo>
                <a:lnTo>
                  <a:pt x="12191995" y="1129173"/>
                </a:lnTo>
                <a:lnTo>
                  <a:pt x="12191995" y="1267287"/>
                </a:lnTo>
                <a:lnTo>
                  <a:pt x="11769821" y="1478374"/>
                </a:lnTo>
                <a:lnTo>
                  <a:pt x="11769821" y="2387858"/>
                </a:lnTo>
                <a:lnTo>
                  <a:pt x="12191995" y="2598945"/>
                </a:lnTo>
                <a:lnTo>
                  <a:pt x="12191995" y="2805394"/>
                </a:lnTo>
                <a:lnTo>
                  <a:pt x="11633145" y="2525971"/>
                </a:lnTo>
                <a:lnTo>
                  <a:pt x="10969469" y="2857808"/>
                </a:lnTo>
                <a:lnTo>
                  <a:pt x="10969469" y="3767291"/>
                </a:lnTo>
                <a:lnTo>
                  <a:pt x="11633145" y="4099130"/>
                </a:lnTo>
                <a:lnTo>
                  <a:pt x="12191995" y="3819705"/>
                </a:lnTo>
                <a:lnTo>
                  <a:pt x="12191995" y="4026155"/>
                </a:lnTo>
                <a:lnTo>
                  <a:pt x="11769821" y="4237242"/>
                </a:lnTo>
                <a:lnTo>
                  <a:pt x="11769821" y="5146726"/>
                </a:lnTo>
                <a:lnTo>
                  <a:pt x="12191995" y="5357813"/>
                </a:lnTo>
                <a:lnTo>
                  <a:pt x="12191995" y="5548186"/>
                </a:lnTo>
                <a:lnTo>
                  <a:pt x="11665297" y="5284837"/>
                </a:lnTo>
                <a:lnTo>
                  <a:pt x="11001619" y="5616675"/>
                </a:lnTo>
                <a:lnTo>
                  <a:pt x="11001619" y="6526159"/>
                </a:lnTo>
                <a:lnTo>
                  <a:pt x="11665296" y="6857997"/>
                </a:lnTo>
                <a:lnTo>
                  <a:pt x="10201268" y="6857997"/>
                </a:lnTo>
                <a:lnTo>
                  <a:pt x="10864943" y="6526159"/>
                </a:lnTo>
                <a:lnTo>
                  <a:pt x="10864943" y="5616675"/>
                </a:lnTo>
                <a:lnTo>
                  <a:pt x="10201267" y="5284837"/>
                </a:lnTo>
                <a:lnTo>
                  <a:pt x="9537589" y="5616675"/>
                </a:lnTo>
                <a:lnTo>
                  <a:pt x="9537589" y="6526159"/>
                </a:lnTo>
                <a:lnTo>
                  <a:pt x="10201266" y="6857997"/>
                </a:lnTo>
                <a:lnTo>
                  <a:pt x="8737238" y="6857997"/>
                </a:lnTo>
                <a:lnTo>
                  <a:pt x="9400915" y="6526159"/>
                </a:lnTo>
                <a:lnTo>
                  <a:pt x="9400915" y="5616675"/>
                </a:lnTo>
                <a:lnTo>
                  <a:pt x="8737237" y="5284837"/>
                </a:lnTo>
                <a:lnTo>
                  <a:pt x="8073561" y="5616675"/>
                </a:lnTo>
                <a:lnTo>
                  <a:pt x="8073561" y="6526159"/>
                </a:lnTo>
                <a:lnTo>
                  <a:pt x="8737236" y="6857997"/>
                </a:lnTo>
                <a:lnTo>
                  <a:pt x="7273210" y="6857997"/>
                </a:lnTo>
                <a:lnTo>
                  <a:pt x="7936886" y="6526159"/>
                </a:lnTo>
                <a:lnTo>
                  <a:pt x="7936886" y="5616675"/>
                </a:lnTo>
                <a:lnTo>
                  <a:pt x="7273209" y="5284837"/>
                </a:lnTo>
                <a:lnTo>
                  <a:pt x="6609532" y="5616675"/>
                </a:lnTo>
                <a:lnTo>
                  <a:pt x="6609532" y="6526159"/>
                </a:lnTo>
                <a:lnTo>
                  <a:pt x="7273208" y="6857997"/>
                </a:lnTo>
                <a:lnTo>
                  <a:pt x="5809181" y="6857997"/>
                </a:lnTo>
                <a:lnTo>
                  <a:pt x="6472857" y="6526159"/>
                </a:lnTo>
                <a:lnTo>
                  <a:pt x="6472857" y="5616675"/>
                </a:lnTo>
                <a:lnTo>
                  <a:pt x="5809180" y="5284837"/>
                </a:lnTo>
                <a:lnTo>
                  <a:pt x="5145504" y="5616675"/>
                </a:lnTo>
                <a:lnTo>
                  <a:pt x="5145504" y="6526159"/>
                </a:lnTo>
                <a:lnTo>
                  <a:pt x="5809179" y="6857997"/>
                </a:lnTo>
                <a:lnTo>
                  <a:pt x="0" y="6857997"/>
                </a:lnTo>
                <a:close/>
              </a:path>
            </a:pathLst>
          </a:custGeom>
          <a:solidFill>
            <a:schemeClr val="bg1"/>
          </a:solidFill>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a:solidFill>
                <a:srgbClr val="092E5A"/>
              </a:solidFill>
            </a:endParaRPr>
          </a:p>
        </p:txBody>
      </p:sp>
      <p:sp>
        <p:nvSpPr>
          <p:cNvPr id="42" name="TextBox 41">
            <a:extLst>
              <a:ext uri="{FF2B5EF4-FFF2-40B4-BE49-F238E27FC236}">
                <a16:creationId xmlns:a16="http://schemas.microsoft.com/office/drawing/2014/main" id="{C68074A2-C658-2EBF-A291-2794317C10B4}"/>
              </a:ext>
            </a:extLst>
          </p:cNvPr>
          <p:cNvSpPr txBox="1"/>
          <p:nvPr/>
        </p:nvSpPr>
        <p:spPr>
          <a:xfrm>
            <a:off x="559616" y="2459504"/>
            <a:ext cx="6425384" cy="1938992"/>
          </a:xfrm>
          <a:prstGeom prst="rect">
            <a:avLst/>
          </a:prstGeom>
          <a:noFill/>
        </p:spPr>
        <p:txBody>
          <a:bodyPr wrap="square" rtlCol="0">
            <a:spAutoFit/>
          </a:bodyPr>
          <a:lstStyle/>
          <a:p>
            <a:r>
              <a:rPr lang="en-US" sz="6000" b="1" dirty="0">
                <a:latin typeface="Amasis MT Pro" panose="020F0502020204030204" pitchFamily="18" charset="0"/>
                <a:cs typeface="+mj-cs"/>
              </a:rPr>
              <a:t>the core Docker concepts</a:t>
            </a:r>
            <a:endParaRPr lang="en-US" sz="4400" b="1" dirty="0">
              <a:latin typeface="Amasis MT Pro" panose="020F0502020204030204" pitchFamily="18" charset="0"/>
              <a:cs typeface="+mj-cs"/>
            </a:endParaRPr>
          </a:p>
        </p:txBody>
      </p:sp>
    </p:spTree>
    <p:extLst>
      <p:ext uri="{BB962C8B-B14F-4D97-AF65-F5344CB8AC3E}">
        <p14:creationId xmlns:p14="http://schemas.microsoft.com/office/powerpoint/2010/main" val="2693602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7C5AB248-5A75-7EC8-75DC-68D53EEE9BD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0877F74-3676-441A-85D6-B4BB48C529D5}"/>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Docker Engine:</a:t>
            </a:r>
          </a:p>
        </p:txBody>
      </p:sp>
      <p:sp>
        <p:nvSpPr>
          <p:cNvPr id="9" name="Rectangle 8">
            <a:extLst>
              <a:ext uri="{FF2B5EF4-FFF2-40B4-BE49-F238E27FC236}">
                <a16:creationId xmlns:a16="http://schemas.microsoft.com/office/drawing/2014/main" id="{CF3A3FDD-577C-3330-5CE8-9696714EBD96}"/>
              </a:ext>
            </a:extLst>
          </p:cNvPr>
          <p:cNvSpPr/>
          <p:nvPr/>
        </p:nvSpPr>
        <p:spPr>
          <a:xfrm>
            <a:off x="148223" y="1538923"/>
            <a:ext cx="111760" cy="68072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248FED2B-8363-7CCF-19C6-5861DF52AED7}"/>
              </a:ext>
            </a:extLst>
          </p:cNvPr>
          <p:cNvSpPr/>
          <p:nvPr/>
        </p:nvSpPr>
        <p:spPr>
          <a:xfrm>
            <a:off x="224422" y="1538923"/>
            <a:ext cx="11743155" cy="68072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Docker Engine is the core open-source technology for building and containerizing your applications. It uses a client-server architecture to manage all Docker objects, like images.</a:t>
            </a:r>
          </a:p>
        </p:txBody>
      </p:sp>
      <p:sp>
        <p:nvSpPr>
          <p:cNvPr id="2" name="Rectangle 1">
            <a:extLst>
              <a:ext uri="{FF2B5EF4-FFF2-40B4-BE49-F238E27FC236}">
                <a16:creationId xmlns:a16="http://schemas.microsoft.com/office/drawing/2014/main" id="{57F93D31-A5B2-B6C5-EC4F-940C2D6B097A}"/>
              </a:ext>
            </a:extLst>
          </p:cNvPr>
          <p:cNvSpPr/>
          <p:nvPr/>
        </p:nvSpPr>
        <p:spPr>
          <a:xfrm>
            <a:off x="148223" y="2433003"/>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6793EB67-9450-1203-E476-D8D002C6053A}"/>
              </a:ext>
            </a:extLst>
          </p:cNvPr>
          <p:cNvSpPr/>
          <p:nvPr/>
        </p:nvSpPr>
        <p:spPr>
          <a:xfrm>
            <a:off x="224422" y="2433003"/>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schemeClr val="accent5">
                    <a:lumMod val="60000"/>
                    <a:lumOff val="40000"/>
                  </a:schemeClr>
                </a:solidFill>
                <a:latin typeface="Arial" panose="020B0604020202020204" pitchFamily="34" charset="0"/>
                <a:cs typeface="Arial" panose="020B0604020202020204" pitchFamily="34" charset="0"/>
              </a:rPr>
              <a:t>The server</a:t>
            </a:r>
            <a:r>
              <a:rPr lang="en-US" sz="2000" b="1" dirty="0">
                <a:solidFill>
                  <a:prstClr val="white"/>
                </a:solidFill>
                <a:latin typeface="Arial" panose="020B0604020202020204" pitchFamily="34" charset="0"/>
                <a:cs typeface="Arial" panose="020B0604020202020204" pitchFamily="34" charset="0"/>
              </a:rPr>
              <a:t>. A long-running daemon process (</a:t>
            </a:r>
            <a:r>
              <a:rPr lang="en-US" sz="2000" b="1" dirty="0" err="1">
                <a:solidFill>
                  <a:prstClr val="white"/>
                </a:solidFill>
                <a:latin typeface="Arial" panose="020B0604020202020204" pitchFamily="34" charset="0"/>
                <a:cs typeface="Arial" panose="020B0604020202020204" pitchFamily="34" charset="0"/>
              </a:rPr>
              <a:t>dockerd</a:t>
            </a:r>
            <a:r>
              <a:rPr lang="en-US" sz="2000" b="1" dirty="0">
                <a:solidFill>
                  <a:prstClr val="white"/>
                </a:solidFill>
                <a:latin typeface="Arial" panose="020B0604020202020204" pitchFamily="34" charset="0"/>
                <a:cs typeface="Arial" panose="020B0604020202020204" pitchFamily="34" charset="0"/>
              </a:rPr>
              <a:t>) that handles all the important tasks, such as creating, running, and destroying containers.</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 name="Rectangle 5">
            <a:extLst>
              <a:ext uri="{FF2B5EF4-FFF2-40B4-BE49-F238E27FC236}">
                <a16:creationId xmlns:a16="http://schemas.microsoft.com/office/drawing/2014/main" id="{CBF679A3-704F-E3BB-A796-C5E8C80B9772}"/>
              </a:ext>
            </a:extLst>
          </p:cNvPr>
          <p:cNvSpPr/>
          <p:nvPr/>
        </p:nvSpPr>
        <p:spPr>
          <a:xfrm>
            <a:off x="148223" y="3327084"/>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212B0C8A-A93E-FAC6-AA01-6D0B67BBF49D}"/>
              </a:ext>
            </a:extLst>
          </p:cNvPr>
          <p:cNvSpPr/>
          <p:nvPr/>
        </p:nvSpPr>
        <p:spPr>
          <a:xfrm>
            <a:off x="224422" y="3327084"/>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schemeClr val="accent5">
                    <a:lumMod val="60000"/>
                    <a:lumOff val="40000"/>
                  </a:schemeClr>
                </a:solidFill>
                <a:latin typeface="Arial" panose="020B0604020202020204" pitchFamily="34" charset="0"/>
                <a:cs typeface="Arial" panose="020B0604020202020204" pitchFamily="34" charset="0"/>
              </a:rPr>
              <a:t>APIs</a:t>
            </a:r>
            <a:r>
              <a:rPr lang="en-US" sz="2000" b="1" dirty="0">
                <a:solidFill>
                  <a:prstClr val="white"/>
                </a:solidFill>
                <a:latin typeface="Arial" panose="020B0604020202020204" pitchFamily="34" charset="0"/>
                <a:cs typeface="Arial" panose="020B0604020202020204" pitchFamily="34" charset="0"/>
              </a:rPr>
              <a:t>. Interfaces that allow programs, including Docker CLI, to communicate with and instruct the daemon.</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 name="Rectangle 10">
            <a:extLst>
              <a:ext uri="{FF2B5EF4-FFF2-40B4-BE49-F238E27FC236}">
                <a16:creationId xmlns:a16="http://schemas.microsoft.com/office/drawing/2014/main" id="{5F5B913D-7063-B39F-8B94-AA6F6D6EF405}"/>
              </a:ext>
            </a:extLst>
          </p:cNvPr>
          <p:cNvSpPr/>
          <p:nvPr/>
        </p:nvSpPr>
        <p:spPr>
          <a:xfrm>
            <a:off x="183784" y="4221165"/>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E59A3BE8-F73C-E7D1-FCB3-D660A181DACD}"/>
              </a:ext>
            </a:extLst>
          </p:cNvPr>
          <p:cNvSpPr/>
          <p:nvPr/>
        </p:nvSpPr>
        <p:spPr>
          <a:xfrm>
            <a:off x="259983" y="4221165"/>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schemeClr val="accent5">
                    <a:lumMod val="60000"/>
                    <a:lumOff val="40000"/>
                  </a:schemeClr>
                </a:solidFill>
                <a:latin typeface="Arial" panose="020B0604020202020204" pitchFamily="34" charset="0"/>
                <a:cs typeface="Arial" panose="020B0604020202020204" pitchFamily="34" charset="0"/>
              </a:rPr>
              <a:t>The CLI client</a:t>
            </a:r>
            <a:r>
              <a:rPr lang="en-US" sz="2000" b="1" dirty="0">
                <a:solidFill>
                  <a:prstClr val="white"/>
                </a:solidFill>
                <a:latin typeface="Arial" panose="020B0604020202020204" pitchFamily="34" charset="0"/>
                <a:cs typeface="Arial" panose="020B0604020202020204" pitchFamily="34" charset="0"/>
              </a:rPr>
              <a:t>. The Docker command-line tool, which is the primary way for users to interact with the platform.</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16" name="Picture 15" descr="A black screen with white text&#10;&#10;AI-generated content may be incorrect.">
            <a:extLst>
              <a:ext uri="{FF2B5EF4-FFF2-40B4-BE49-F238E27FC236}">
                <a16:creationId xmlns:a16="http://schemas.microsoft.com/office/drawing/2014/main" id="{313610CA-B087-BA48-A0E5-6CF2340B426D}"/>
              </a:ext>
            </a:extLst>
          </p:cNvPr>
          <p:cNvPicPr>
            <a:picLocks noChangeAspect="1"/>
          </p:cNvPicPr>
          <p:nvPr/>
        </p:nvPicPr>
        <p:blipFill>
          <a:blip r:embed="rId2"/>
          <a:stretch>
            <a:fillRect/>
          </a:stretch>
        </p:blipFill>
        <p:spPr>
          <a:xfrm>
            <a:off x="183783" y="4967610"/>
            <a:ext cx="11783793" cy="1458590"/>
          </a:xfrm>
          <a:prstGeom prst="rect">
            <a:avLst/>
          </a:prstGeom>
        </p:spPr>
      </p:pic>
      <p:sp>
        <p:nvSpPr>
          <p:cNvPr id="17" name="TextBox 16">
            <a:extLst>
              <a:ext uri="{FF2B5EF4-FFF2-40B4-BE49-F238E27FC236}">
                <a16:creationId xmlns:a16="http://schemas.microsoft.com/office/drawing/2014/main" id="{1C95B983-24D2-16D4-31B3-49D1369F8484}"/>
              </a:ext>
            </a:extLst>
          </p:cNvPr>
          <p:cNvSpPr txBox="1"/>
          <p:nvPr/>
        </p:nvSpPr>
        <p:spPr>
          <a:xfrm>
            <a:off x="4457700" y="5779869"/>
            <a:ext cx="7912100" cy="646331"/>
          </a:xfrm>
          <a:prstGeom prst="rect">
            <a:avLst/>
          </a:prstGeom>
          <a:noFill/>
        </p:spPr>
        <p:txBody>
          <a:bodyPr wrap="square" rtlCol="1">
            <a:spAutoFit/>
          </a:bodyPr>
          <a:lstStyle/>
          <a:p>
            <a:r>
              <a:rPr lang="en-US" b="1" dirty="0">
                <a:solidFill>
                  <a:srgbClr val="FF0000"/>
                </a:solidFill>
                <a:latin typeface="Arial" panose="020B0604020202020204" pitchFamily="34" charset="0"/>
                <a:cs typeface="Arial" panose="020B0604020202020204" pitchFamily="34" charset="0"/>
              </a:rPr>
              <a:t>This command asks the Docker Daemon to list all currently running containers, when just installed you should see something like this.</a:t>
            </a:r>
            <a:endParaRPr lang="ar-EG"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04398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C9A2D975-A341-B548-03E7-1F4F7C07E1A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8E7750D-EE98-A45E-EC5F-16C47CBC50A1}"/>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Docker Hub:</a:t>
            </a:r>
          </a:p>
        </p:txBody>
      </p:sp>
      <p:sp>
        <p:nvSpPr>
          <p:cNvPr id="9" name="Rectangle 8">
            <a:extLst>
              <a:ext uri="{FF2B5EF4-FFF2-40B4-BE49-F238E27FC236}">
                <a16:creationId xmlns:a16="http://schemas.microsoft.com/office/drawing/2014/main" id="{6D874EF3-F473-DF12-3443-C0A26C3AFC25}"/>
              </a:ext>
            </a:extLst>
          </p:cNvPr>
          <p:cNvSpPr/>
          <p:nvPr/>
        </p:nvSpPr>
        <p:spPr>
          <a:xfrm>
            <a:off x="148223" y="1538923"/>
            <a:ext cx="111760" cy="68072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626565AB-112F-48E0-3DB9-C32F79447A3F}"/>
              </a:ext>
            </a:extLst>
          </p:cNvPr>
          <p:cNvSpPr/>
          <p:nvPr/>
        </p:nvSpPr>
        <p:spPr>
          <a:xfrm>
            <a:off x="224422" y="1538923"/>
            <a:ext cx="11743155" cy="68072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Docker Hub is the default public Docker registry – a storage and distribution service for Docker images.</a:t>
            </a:r>
          </a:p>
        </p:txBody>
      </p:sp>
      <p:sp>
        <p:nvSpPr>
          <p:cNvPr id="2" name="Rectangle 1">
            <a:extLst>
              <a:ext uri="{FF2B5EF4-FFF2-40B4-BE49-F238E27FC236}">
                <a16:creationId xmlns:a16="http://schemas.microsoft.com/office/drawing/2014/main" id="{59DBE334-5FB4-6B35-9656-1D9A029BDAE7}"/>
              </a:ext>
            </a:extLst>
          </p:cNvPr>
          <p:cNvSpPr/>
          <p:nvPr/>
        </p:nvSpPr>
        <p:spPr>
          <a:xfrm>
            <a:off x="148223" y="2433003"/>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05005EBE-07A9-74DE-68CE-A78EAAC99237}"/>
              </a:ext>
            </a:extLst>
          </p:cNvPr>
          <p:cNvSpPr/>
          <p:nvPr/>
        </p:nvSpPr>
        <p:spPr>
          <a:xfrm>
            <a:off x="224422" y="2433003"/>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bg2"/>
                </a:solidFill>
                <a:latin typeface="Arial" panose="020B0604020202020204" pitchFamily="34" charset="0"/>
                <a:cs typeface="Arial" panose="020B0604020202020204" pitchFamily="34" charset="0"/>
              </a:rPr>
              <a:t>When you build a container, you need to install various software packages from images. Docker Hub simplifies the process by allowing you to download images from a centralized repository.</a:t>
            </a:r>
            <a:endParaRPr kumimoji="0" lang="en-US"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6" name="Rectangle 5">
            <a:extLst>
              <a:ext uri="{FF2B5EF4-FFF2-40B4-BE49-F238E27FC236}">
                <a16:creationId xmlns:a16="http://schemas.microsoft.com/office/drawing/2014/main" id="{0FC7589F-9369-DBC8-AF5F-B4A903453B45}"/>
              </a:ext>
            </a:extLst>
          </p:cNvPr>
          <p:cNvSpPr/>
          <p:nvPr/>
        </p:nvSpPr>
        <p:spPr>
          <a:xfrm>
            <a:off x="148223" y="3327084"/>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3CB3B6AC-D75E-B4C1-423A-56CDE3582001}"/>
              </a:ext>
            </a:extLst>
          </p:cNvPr>
          <p:cNvSpPr/>
          <p:nvPr/>
        </p:nvSpPr>
        <p:spPr>
          <a:xfrm>
            <a:off x="224422" y="3327084"/>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schemeClr val="bg2"/>
                </a:solidFill>
                <a:latin typeface="Arial" panose="020B0604020202020204" pitchFamily="34" charset="0"/>
                <a:cs typeface="Arial" panose="020B0604020202020204" pitchFamily="34" charset="0"/>
              </a:rPr>
              <a:t>Docker Hub uses tags to label and identify images, which denote a specific version of the software package, such as latest.</a:t>
            </a:r>
            <a:endParaRPr kumimoji="0" lang="en-US" sz="200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1" name="Rectangle 10">
            <a:extLst>
              <a:ext uri="{FF2B5EF4-FFF2-40B4-BE49-F238E27FC236}">
                <a16:creationId xmlns:a16="http://schemas.microsoft.com/office/drawing/2014/main" id="{EEC5E757-8301-D2E6-7999-C7B856208C24}"/>
              </a:ext>
            </a:extLst>
          </p:cNvPr>
          <p:cNvSpPr/>
          <p:nvPr/>
        </p:nvSpPr>
        <p:spPr>
          <a:xfrm>
            <a:off x="183784" y="4221165"/>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55F855FD-D780-E2C9-5CC9-D58515FBC5D9}"/>
              </a:ext>
            </a:extLst>
          </p:cNvPr>
          <p:cNvSpPr/>
          <p:nvPr/>
        </p:nvSpPr>
        <p:spPr>
          <a:xfrm>
            <a:off x="259983" y="4221165"/>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schemeClr val="bg2"/>
                </a:solidFill>
                <a:latin typeface="Arial" panose="020B0604020202020204" pitchFamily="34" charset="0"/>
                <a:cs typeface="Arial" panose="020B0604020202020204" pitchFamily="34" charset="0"/>
              </a:rPr>
              <a:t>You can interact with Docker Hub using the Docker command.</a:t>
            </a:r>
            <a:endParaRPr kumimoji="0" lang="en-US" sz="200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pic>
        <p:nvPicPr>
          <p:cNvPr id="5" name="Picture 4">
            <a:extLst>
              <a:ext uri="{FF2B5EF4-FFF2-40B4-BE49-F238E27FC236}">
                <a16:creationId xmlns:a16="http://schemas.microsoft.com/office/drawing/2014/main" id="{19639B71-9AFA-6D2F-5F3F-48747C10A019}"/>
              </a:ext>
            </a:extLst>
          </p:cNvPr>
          <p:cNvPicPr>
            <a:picLocks noChangeAspect="1"/>
          </p:cNvPicPr>
          <p:nvPr/>
        </p:nvPicPr>
        <p:blipFill>
          <a:blip r:embed="rId2"/>
          <a:stretch>
            <a:fillRect/>
          </a:stretch>
        </p:blipFill>
        <p:spPr>
          <a:xfrm>
            <a:off x="239663" y="5115246"/>
            <a:ext cx="11727913" cy="894081"/>
          </a:xfrm>
          <a:prstGeom prst="rect">
            <a:avLst/>
          </a:prstGeom>
        </p:spPr>
      </p:pic>
    </p:spTree>
    <p:extLst>
      <p:ext uri="{BB962C8B-B14F-4D97-AF65-F5344CB8AC3E}">
        <p14:creationId xmlns:p14="http://schemas.microsoft.com/office/powerpoint/2010/main" val="2047185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02AF9742-5A9D-481C-92E1-96E34898410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B769E11-302D-CAEE-E5FC-5CC4CD2D1A72}"/>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Docker Images:</a:t>
            </a:r>
          </a:p>
        </p:txBody>
      </p:sp>
      <p:sp>
        <p:nvSpPr>
          <p:cNvPr id="9" name="Rectangle 8">
            <a:extLst>
              <a:ext uri="{FF2B5EF4-FFF2-40B4-BE49-F238E27FC236}">
                <a16:creationId xmlns:a16="http://schemas.microsoft.com/office/drawing/2014/main" id="{6DC2B506-58B3-A655-671A-5497789DEA67}"/>
              </a:ext>
            </a:extLst>
          </p:cNvPr>
          <p:cNvSpPr/>
          <p:nvPr/>
        </p:nvSpPr>
        <p:spPr>
          <a:xfrm>
            <a:off x="148223" y="1081722"/>
            <a:ext cx="111760"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63292583-4C7B-9572-B503-51A541AD7C7A}"/>
              </a:ext>
            </a:extLst>
          </p:cNvPr>
          <p:cNvSpPr/>
          <p:nvPr/>
        </p:nvSpPr>
        <p:spPr>
          <a:xfrm>
            <a:off x="224422" y="1081722"/>
            <a:ext cx="11743155"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 Docker image is a read-only template that contains all the instructions and files needed to create a Docker container. It packages the application code, configuration files, system libraries, and the base operating system files.</a:t>
            </a:r>
          </a:p>
        </p:txBody>
      </p:sp>
      <p:sp>
        <p:nvSpPr>
          <p:cNvPr id="6" name="Rectangle 5">
            <a:extLst>
              <a:ext uri="{FF2B5EF4-FFF2-40B4-BE49-F238E27FC236}">
                <a16:creationId xmlns:a16="http://schemas.microsoft.com/office/drawing/2014/main" id="{C9278995-41BB-19B4-EA2D-1F6B33CD0458}"/>
              </a:ext>
            </a:extLst>
          </p:cNvPr>
          <p:cNvSpPr/>
          <p:nvPr/>
        </p:nvSpPr>
        <p:spPr>
          <a:xfrm>
            <a:off x="148223" y="2145667"/>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457D6D75-6111-64BC-4F17-CBFD2C0CB9FC}"/>
              </a:ext>
            </a:extLst>
          </p:cNvPr>
          <p:cNvSpPr/>
          <p:nvPr/>
        </p:nvSpPr>
        <p:spPr>
          <a:xfrm>
            <a:off x="224422" y="2145667"/>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schemeClr val="bg2"/>
                </a:solidFill>
                <a:latin typeface="Arial" panose="020B0604020202020204" pitchFamily="34" charset="0"/>
                <a:cs typeface="Arial" panose="020B0604020202020204" pitchFamily="34" charset="0"/>
              </a:rPr>
              <a:t>Images are built from a </a:t>
            </a:r>
            <a:r>
              <a:rPr lang="en-US" sz="2000" b="1" dirty="0" err="1">
                <a:solidFill>
                  <a:schemeClr val="bg2"/>
                </a:solidFill>
                <a:latin typeface="Arial" panose="020B0604020202020204" pitchFamily="34" charset="0"/>
                <a:cs typeface="Arial" panose="020B0604020202020204" pitchFamily="34" charset="0"/>
              </a:rPr>
              <a:t>Dockerfile</a:t>
            </a:r>
            <a:r>
              <a:rPr lang="en-US" sz="2000" b="1" dirty="0">
                <a:solidFill>
                  <a:schemeClr val="bg2"/>
                </a:solidFill>
                <a:latin typeface="Arial" panose="020B0604020202020204" pitchFamily="34" charset="0"/>
                <a:cs typeface="Arial" panose="020B0604020202020204" pitchFamily="34" charset="0"/>
              </a:rPr>
              <a:t>, where each instruction creates a distinct, immutable layer that defines what the image should contain or do.</a:t>
            </a:r>
            <a:endParaRPr kumimoji="0" lang="en-US" sz="200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1" name="Rectangle 10">
            <a:extLst>
              <a:ext uri="{FF2B5EF4-FFF2-40B4-BE49-F238E27FC236}">
                <a16:creationId xmlns:a16="http://schemas.microsoft.com/office/drawing/2014/main" id="{1426AAD1-F831-26BA-DC11-00EA1EE86E09}"/>
              </a:ext>
            </a:extLst>
          </p:cNvPr>
          <p:cNvSpPr/>
          <p:nvPr/>
        </p:nvSpPr>
        <p:spPr>
          <a:xfrm>
            <a:off x="183784" y="2992437"/>
            <a:ext cx="111760" cy="51372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A2805B46-4E69-34FA-09E9-EC9E32200E37}"/>
              </a:ext>
            </a:extLst>
          </p:cNvPr>
          <p:cNvSpPr/>
          <p:nvPr/>
        </p:nvSpPr>
        <p:spPr>
          <a:xfrm>
            <a:off x="259983" y="2992437"/>
            <a:ext cx="11743155" cy="51372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schemeClr val="bg2"/>
                </a:solidFill>
                <a:latin typeface="Arial" panose="020B0604020202020204" pitchFamily="34" charset="0"/>
                <a:cs typeface="Arial" panose="020B0604020202020204" pitchFamily="34" charset="0"/>
              </a:rPr>
              <a:t>To list the images you have locally downloaded, use:</a:t>
            </a:r>
            <a:endParaRPr kumimoji="0" lang="en-US" sz="200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pic>
        <p:nvPicPr>
          <p:cNvPr id="13" name="Picture 12" descr="A black screen with white text&#10;&#10;AI-generated content may be incorrect.">
            <a:extLst>
              <a:ext uri="{FF2B5EF4-FFF2-40B4-BE49-F238E27FC236}">
                <a16:creationId xmlns:a16="http://schemas.microsoft.com/office/drawing/2014/main" id="{4F7F8420-8BD7-340D-B274-ABC98106BF4E}"/>
              </a:ext>
            </a:extLst>
          </p:cNvPr>
          <p:cNvPicPr>
            <a:picLocks noChangeAspect="1"/>
          </p:cNvPicPr>
          <p:nvPr/>
        </p:nvPicPr>
        <p:blipFill>
          <a:blip r:embed="rId2"/>
          <a:srcRect b="23023"/>
          <a:stretch>
            <a:fillRect/>
          </a:stretch>
        </p:blipFill>
        <p:spPr>
          <a:xfrm>
            <a:off x="224422" y="3616644"/>
            <a:ext cx="11743154" cy="875353"/>
          </a:xfrm>
          <a:prstGeom prst="rect">
            <a:avLst/>
          </a:prstGeom>
        </p:spPr>
      </p:pic>
      <p:sp>
        <p:nvSpPr>
          <p:cNvPr id="14" name="Rectangle 13">
            <a:extLst>
              <a:ext uri="{FF2B5EF4-FFF2-40B4-BE49-F238E27FC236}">
                <a16:creationId xmlns:a16="http://schemas.microsoft.com/office/drawing/2014/main" id="{D02FD339-6194-77A0-A99C-F5533BD6C014}"/>
              </a:ext>
            </a:extLst>
          </p:cNvPr>
          <p:cNvSpPr/>
          <p:nvPr/>
        </p:nvSpPr>
        <p:spPr>
          <a:xfrm>
            <a:off x="204103" y="4602482"/>
            <a:ext cx="111760" cy="51372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F7A13FFD-2245-CFBD-5651-681644534013}"/>
              </a:ext>
            </a:extLst>
          </p:cNvPr>
          <p:cNvSpPr/>
          <p:nvPr/>
        </p:nvSpPr>
        <p:spPr>
          <a:xfrm>
            <a:off x="280302" y="4602482"/>
            <a:ext cx="11743155" cy="51372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schemeClr val="bg2"/>
                </a:solidFill>
                <a:latin typeface="Arial" panose="020B0604020202020204" pitchFamily="34" charset="0"/>
                <a:cs typeface="Arial" panose="020B0604020202020204" pitchFamily="34" charset="0"/>
              </a:rPr>
              <a:t>To build an image from a </a:t>
            </a:r>
            <a:r>
              <a:rPr lang="en-US" sz="2000" b="1" dirty="0" err="1">
                <a:solidFill>
                  <a:schemeClr val="bg2"/>
                </a:solidFill>
                <a:latin typeface="Arial" panose="020B0604020202020204" pitchFamily="34" charset="0"/>
                <a:cs typeface="Arial" panose="020B0604020202020204" pitchFamily="34" charset="0"/>
              </a:rPr>
              <a:t>Dockerfile</a:t>
            </a:r>
            <a:r>
              <a:rPr lang="en-US" sz="2000" b="1" dirty="0">
                <a:solidFill>
                  <a:schemeClr val="bg2"/>
                </a:solidFill>
                <a:latin typeface="Arial" panose="020B0604020202020204" pitchFamily="34" charset="0"/>
                <a:cs typeface="Arial" panose="020B0604020202020204" pitchFamily="34" charset="0"/>
              </a:rPr>
              <a:t> in the current directory, run:</a:t>
            </a:r>
            <a:endParaRPr kumimoji="0" lang="en-US" sz="200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pic>
        <p:nvPicPr>
          <p:cNvPr id="19" name="Picture 18">
            <a:extLst>
              <a:ext uri="{FF2B5EF4-FFF2-40B4-BE49-F238E27FC236}">
                <a16:creationId xmlns:a16="http://schemas.microsoft.com/office/drawing/2014/main" id="{A7789E4E-E203-FACD-2F6A-DD984A43E386}"/>
              </a:ext>
            </a:extLst>
          </p:cNvPr>
          <p:cNvPicPr>
            <a:picLocks noChangeAspect="1"/>
          </p:cNvPicPr>
          <p:nvPr/>
        </p:nvPicPr>
        <p:blipFill>
          <a:blip r:embed="rId3"/>
          <a:stretch>
            <a:fillRect/>
          </a:stretch>
        </p:blipFill>
        <p:spPr>
          <a:xfrm>
            <a:off x="224422" y="5188589"/>
            <a:ext cx="11743154" cy="390580"/>
          </a:xfrm>
          <a:prstGeom prst="rect">
            <a:avLst/>
          </a:prstGeom>
        </p:spPr>
      </p:pic>
      <p:sp>
        <p:nvSpPr>
          <p:cNvPr id="20" name="Oval 19">
            <a:extLst>
              <a:ext uri="{FF2B5EF4-FFF2-40B4-BE49-F238E27FC236}">
                <a16:creationId xmlns:a16="http://schemas.microsoft.com/office/drawing/2014/main" id="{9F12E982-5D2E-3083-CDAB-DAE8E64A9C4F}"/>
              </a:ext>
            </a:extLst>
          </p:cNvPr>
          <p:cNvSpPr/>
          <p:nvPr/>
        </p:nvSpPr>
        <p:spPr>
          <a:xfrm>
            <a:off x="11633200" y="5308600"/>
            <a:ext cx="334376" cy="26702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cxnSp>
        <p:nvCxnSpPr>
          <p:cNvPr id="22" name="Straight Arrow Connector 21">
            <a:extLst>
              <a:ext uri="{FF2B5EF4-FFF2-40B4-BE49-F238E27FC236}">
                <a16:creationId xmlns:a16="http://schemas.microsoft.com/office/drawing/2014/main" id="{8EACD129-C802-3214-D05F-0FA7937EBAC6}"/>
              </a:ext>
            </a:extLst>
          </p:cNvPr>
          <p:cNvCxnSpPr>
            <a:stCxn id="20" idx="0"/>
          </p:cNvCxnSpPr>
          <p:nvPr/>
        </p:nvCxnSpPr>
        <p:spPr>
          <a:xfrm flipH="1" flipV="1">
            <a:off x="11303000" y="4978400"/>
            <a:ext cx="497388" cy="3302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C8908E7F-5BB8-5C40-30A6-223AEC70E34C}"/>
              </a:ext>
            </a:extLst>
          </p:cNvPr>
          <p:cNvSpPr txBox="1"/>
          <p:nvPr/>
        </p:nvSpPr>
        <p:spPr>
          <a:xfrm>
            <a:off x="9753600" y="4631298"/>
            <a:ext cx="2667000" cy="369332"/>
          </a:xfrm>
          <a:prstGeom prst="rect">
            <a:avLst/>
          </a:prstGeom>
          <a:noFill/>
        </p:spPr>
        <p:txBody>
          <a:bodyPr wrap="square" rtlCol="1">
            <a:spAutoFit/>
          </a:bodyPr>
          <a:lstStyle/>
          <a:p>
            <a:r>
              <a:rPr lang="en-US" b="1" dirty="0">
                <a:solidFill>
                  <a:srgbClr val="FF0000"/>
                </a:solidFill>
                <a:latin typeface="Arial" panose="020B0604020202020204" pitchFamily="34" charset="0"/>
                <a:cs typeface="Arial" panose="020B0604020202020204" pitchFamily="34" charset="0"/>
              </a:rPr>
              <a:t>DON’T FORGET</a:t>
            </a:r>
          </a:p>
        </p:txBody>
      </p:sp>
      <p:sp>
        <p:nvSpPr>
          <p:cNvPr id="24" name="Rectangle 23">
            <a:extLst>
              <a:ext uri="{FF2B5EF4-FFF2-40B4-BE49-F238E27FC236}">
                <a16:creationId xmlns:a16="http://schemas.microsoft.com/office/drawing/2014/main" id="{A7A45D57-310B-2136-1B8B-7507B9374EA9}"/>
              </a:ext>
            </a:extLst>
          </p:cNvPr>
          <p:cNvSpPr/>
          <p:nvPr/>
        </p:nvSpPr>
        <p:spPr>
          <a:xfrm>
            <a:off x="204103" y="5664254"/>
            <a:ext cx="111760" cy="115200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5F235356-8D2D-FD80-C2B9-A07658D656DE}"/>
              </a:ext>
            </a:extLst>
          </p:cNvPr>
          <p:cNvSpPr/>
          <p:nvPr/>
        </p:nvSpPr>
        <p:spPr>
          <a:xfrm>
            <a:off x="280302" y="5664254"/>
            <a:ext cx="11743155" cy="115200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bg2"/>
                </a:solidFill>
                <a:latin typeface="Arial" panose="020B0604020202020204" pitchFamily="34" charset="0"/>
                <a:cs typeface="Arial" panose="020B0604020202020204" pitchFamily="34" charset="0"/>
              </a:rPr>
              <a:t>If the base image referenced in the </a:t>
            </a:r>
            <a:r>
              <a:rPr lang="en-US" b="1" dirty="0" err="1">
                <a:solidFill>
                  <a:schemeClr val="bg2"/>
                </a:solidFill>
                <a:latin typeface="Arial" panose="020B0604020202020204" pitchFamily="34" charset="0"/>
                <a:cs typeface="Arial" panose="020B0604020202020204" pitchFamily="34" charset="0"/>
              </a:rPr>
              <a:t>Dockerfile</a:t>
            </a:r>
            <a:r>
              <a:rPr lang="en-US" b="1" dirty="0">
                <a:solidFill>
                  <a:schemeClr val="bg2"/>
                </a:solidFill>
                <a:latin typeface="Arial" panose="020B0604020202020204" pitchFamily="34" charset="0"/>
                <a:cs typeface="Arial" panose="020B0604020202020204" pitchFamily="34" charset="0"/>
              </a:rPr>
              <a:t> is not already on your machine, Docker automatically pulls it from Docker Hub. The best practice when using images is to use a minimal base image to reduce the size and minimize the potential attack surface commonly introduced by unnecessary packages or components.</a:t>
            </a:r>
            <a:endParaRPr kumimoji="0" lang="en-US"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630239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E9DE25AC-FF3B-C936-3EC1-3E73DC3D7C7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79DBF5F-4046-BD22-BB02-B5E29D7CF2A7}"/>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Docker Containers:</a:t>
            </a:r>
          </a:p>
        </p:txBody>
      </p:sp>
      <p:sp>
        <p:nvSpPr>
          <p:cNvPr id="6" name="Rectangle 5">
            <a:extLst>
              <a:ext uri="{FF2B5EF4-FFF2-40B4-BE49-F238E27FC236}">
                <a16:creationId xmlns:a16="http://schemas.microsoft.com/office/drawing/2014/main" id="{402520BE-A89F-AAAF-03D9-3B173A068114}"/>
              </a:ext>
            </a:extLst>
          </p:cNvPr>
          <p:cNvSpPr/>
          <p:nvPr/>
        </p:nvSpPr>
        <p:spPr>
          <a:xfrm>
            <a:off x="204103" y="1332304"/>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CAF9ACFC-DF86-498B-5870-4BBC4B54D85C}"/>
              </a:ext>
            </a:extLst>
          </p:cNvPr>
          <p:cNvSpPr/>
          <p:nvPr/>
        </p:nvSpPr>
        <p:spPr>
          <a:xfrm>
            <a:off x="280302" y="1332304"/>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bg2"/>
                </a:solidFill>
                <a:latin typeface="Arial" panose="020B0604020202020204" pitchFamily="34" charset="0"/>
                <a:cs typeface="Arial" panose="020B0604020202020204" pitchFamily="34" charset="0"/>
              </a:rPr>
              <a:t>A container is a runnable instance of an image. It is the isolated space where your application executes, along with its configuration, dependencies, and required software packages.</a:t>
            </a:r>
            <a:endParaRPr kumimoji="0" lang="en-US"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2" name="Rectangle 1">
            <a:extLst>
              <a:ext uri="{FF2B5EF4-FFF2-40B4-BE49-F238E27FC236}">
                <a16:creationId xmlns:a16="http://schemas.microsoft.com/office/drawing/2014/main" id="{9DC5F976-620A-916B-6F24-C673553C0C91}"/>
              </a:ext>
            </a:extLst>
          </p:cNvPr>
          <p:cNvSpPr/>
          <p:nvPr/>
        </p:nvSpPr>
        <p:spPr>
          <a:xfrm>
            <a:off x="204103" y="2171136"/>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A13BDFB2-D05B-230D-D849-C51CCB2E69CE}"/>
              </a:ext>
            </a:extLst>
          </p:cNvPr>
          <p:cNvSpPr/>
          <p:nvPr/>
        </p:nvSpPr>
        <p:spPr>
          <a:xfrm>
            <a:off x="280302" y="2171136"/>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bg2"/>
                </a:solidFill>
                <a:latin typeface="Arial" panose="020B0604020202020204" pitchFamily="34" charset="0"/>
                <a:cs typeface="Arial" panose="020B0604020202020204" pitchFamily="34" charset="0"/>
              </a:rPr>
              <a:t>When you create a Docker container, a writable layer is added on top of the image’s read-only layers, allowing you to make file modifications in its local filesystem.</a:t>
            </a:r>
            <a:endParaRPr kumimoji="0" lang="en-US"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5" name="Rectangle 4">
            <a:extLst>
              <a:ext uri="{FF2B5EF4-FFF2-40B4-BE49-F238E27FC236}">
                <a16:creationId xmlns:a16="http://schemas.microsoft.com/office/drawing/2014/main" id="{5333375C-00A0-A057-FAF1-9CEB9B7F15B9}"/>
              </a:ext>
            </a:extLst>
          </p:cNvPr>
          <p:cNvSpPr/>
          <p:nvPr/>
        </p:nvSpPr>
        <p:spPr>
          <a:xfrm>
            <a:off x="204103" y="3009968"/>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9293DAF3-C712-23D3-3FC8-4567D73E916E}"/>
              </a:ext>
            </a:extLst>
          </p:cNvPr>
          <p:cNvSpPr/>
          <p:nvPr/>
        </p:nvSpPr>
        <p:spPr>
          <a:xfrm>
            <a:off x="280302" y="3009968"/>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bg2"/>
                </a:solidFill>
                <a:latin typeface="Arial" panose="020B0604020202020204" pitchFamily="34" charset="0"/>
                <a:cs typeface="Arial" panose="020B0604020202020204" pitchFamily="34" charset="0"/>
              </a:rPr>
              <a:t>Containers are designed to be ephemeral or stateless, meaning they can be stopped, destroyed, rebuilt, and replaced with minimal configuration.</a:t>
            </a:r>
            <a:endParaRPr kumimoji="0" lang="en-US"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7" name="Rectangle 16">
            <a:extLst>
              <a:ext uri="{FF2B5EF4-FFF2-40B4-BE49-F238E27FC236}">
                <a16:creationId xmlns:a16="http://schemas.microsoft.com/office/drawing/2014/main" id="{71F86FEF-18DB-AEB4-321E-170381CBC989}"/>
              </a:ext>
            </a:extLst>
          </p:cNvPr>
          <p:cNvSpPr/>
          <p:nvPr/>
        </p:nvSpPr>
        <p:spPr>
          <a:xfrm>
            <a:off x="204103" y="3848800"/>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34F08367-3B09-C965-AEEC-EB5FDB81DBC2}"/>
              </a:ext>
            </a:extLst>
          </p:cNvPr>
          <p:cNvSpPr/>
          <p:nvPr/>
        </p:nvSpPr>
        <p:spPr>
          <a:xfrm>
            <a:off x="280302" y="3848800"/>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bg2"/>
                </a:solidFill>
                <a:latin typeface="Arial" panose="020B0604020202020204" pitchFamily="34" charset="0"/>
                <a:cs typeface="Arial" panose="020B0604020202020204" pitchFamily="34" charset="0"/>
              </a:rPr>
              <a:t>An individual container is managed with the Docker CLI, while multiple ones are administered using Docker Compose or an orchestration tool like Kubernetes.</a:t>
            </a:r>
            <a:endParaRPr kumimoji="0" lang="en-US"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21" name="Rectangle 20">
            <a:extLst>
              <a:ext uri="{FF2B5EF4-FFF2-40B4-BE49-F238E27FC236}">
                <a16:creationId xmlns:a16="http://schemas.microsoft.com/office/drawing/2014/main" id="{7FE95BF6-FE3F-A078-A866-CD692E78007B}"/>
              </a:ext>
            </a:extLst>
          </p:cNvPr>
          <p:cNvSpPr/>
          <p:nvPr/>
        </p:nvSpPr>
        <p:spPr>
          <a:xfrm>
            <a:off x="204103" y="4687633"/>
            <a:ext cx="111760" cy="45586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 name="Rectangle 25">
            <a:extLst>
              <a:ext uri="{FF2B5EF4-FFF2-40B4-BE49-F238E27FC236}">
                <a16:creationId xmlns:a16="http://schemas.microsoft.com/office/drawing/2014/main" id="{6B13A8DA-CB95-3380-978A-269B89B25308}"/>
              </a:ext>
            </a:extLst>
          </p:cNvPr>
          <p:cNvSpPr/>
          <p:nvPr/>
        </p:nvSpPr>
        <p:spPr>
          <a:xfrm>
            <a:off x="280302" y="4687633"/>
            <a:ext cx="11743155" cy="45586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bg2"/>
                </a:solidFill>
                <a:latin typeface="Arial" panose="020B0604020202020204" pitchFamily="34" charset="0"/>
                <a:cs typeface="Arial" panose="020B0604020202020204" pitchFamily="34" charset="0"/>
              </a:rPr>
              <a:t>To create a Docker container and run a command inside it, simply use the run command:</a:t>
            </a:r>
            <a:endParaRPr kumimoji="0" lang="en-US"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pic>
        <p:nvPicPr>
          <p:cNvPr id="28" name="Picture 27">
            <a:extLst>
              <a:ext uri="{FF2B5EF4-FFF2-40B4-BE49-F238E27FC236}">
                <a16:creationId xmlns:a16="http://schemas.microsoft.com/office/drawing/2014/main" id="{EC3B5900-5958-6F32-A40F-7737B8243054}"/>
              </a:ext>
            </a:extLst>
          </p:cNvPr>
          <p:cNvPicPr>
            <a:picLocks noChangeAspect="1"/>
          </p:cNvPicPr>
          <p:nvPr/>
        </p:nvPicPr>
        <p:blipFill>
          <a:blip r:embed="rId2"/>
          <a:stretch>
            <a:fillRect/>
          </a:stretch>
        </p:blipFill>
        <p:spPr>
          <a:xfrm>
            <a:off x="204103" y="5263513"/>
            <a:ext cx="11819354" cy="455868"/>
          </a:xfrm>
          <a:prstGeom prst="rect">
            <a:avLst/>
          </a:prstGeom>
        </p:spPr>
      </p:pic>
    </p:spTree>
    <p:extLst>
      <p:ext uri="{BB962C8B-B14F-4D97-AF65-F5344CB8AC3E}">
        <p14:creationId xmlns:p14="http://schemas.microsoft.com/office/powerpoint/2010/main" val="30234462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30B355D5-9F1E-A57A-C1E0-AEA47C89626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67B5737-B67A-0EBD-B681-35DB622DB4EB}"/>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Running Docker Images:</a:t>
            </a:r>
          </a:p>
        </p:txBody>
      </p:sp>
      <p:pic>
        <p:nvPicPr>
          <p:cNvPr id="13" name="Picture 12">
            <a:extLst>
              <a:ext uri="{FF2B5EF4-FFF2-40B4-BE49-F238E27FC236}">
                <a16:creationId xmlns:a16="http://schemas.microsoft.com/office/drawing/2014/main" id="{F85106EF-CD78-A45B-25B6-1656B0CBEC61}"/>
              </a:ext>
            </a:extLst>
          </p:cNvPr>
          <p:cNvPicPr>
            <a:picLocks noChangeAspect="1"/>
          </p:cNvPicPr>
          <p:nvPr/>
        </p:nvPicPr>
        <p:blipFill>
          <a:blip r:embed="rId2"/>
          <a:srcRect t="8724" r="12477"/>
          <a:stretch>
            <a:fillRect/>
          </a:stretch>
        </p:blipFill>
        <p:spPr>
          <a:xfrm>
            <a:off x="177249" y="1107353"/>
            <a:ext cx="5394496" cy="2561970"/>
          </a:xfrm>
          <a:prstGeom prst="rect">
            <a:avLst/>
          </a:prstGeom>
        </p:spPr>
      </p:pic>
      <p:pic>
        <p:nvPicPr>
          <p:cNvPr id="20" name="Picture 19">
            <a:extLst>
              <a:ext uri="{FF2B5EF4-FFF2-40B4-BE49-F238E27FC236}">
                <a16:creationId xmlns:a16="http://schemas.microsoft.com/office/drawing/2014/main" id="{2F7FBF63-C818-DEF5-C322-8A8D2526482A}"/>
              </a:ext>
            </a:extLst>
          </p:cNvPr>
          <p:cNvPicPr>
            <a:picLocks noChangeAspect="1"/>
          </p:cNvPicPr>
          <p:nvPr/>
        </p:nvPicPr>
        <p:blipFill>
          <a:blip r:embed="rId3"/>
          <a:stretch>
            <a:fillRect/>
          </a:stretch>
        </p:blipFill>
        <p:spPr>
          <a:xfrm>
            <a:off x="5748994" y="1107352"/>
            <a:ext cx="6134956" cy="1209127"/>
          </a:xfrm>
          <a:prstGeom prst="rect">
            <a:avLst/>
          </a:prstGeom>
        </p:spPr>
      </p:pic>
      <p:pic>
        <p:nvPicPr>
          <p:cNvPr id="23" name="Picture 22">
            <a:extLst>
              <a:ext uri="{FF2B5EF4-FFF2-40B4-BE49-F238E27FC236}">
                <a16:creationId xmlns:a16="http://schemas.microsoft.com/office/drawing/2014/main" id="{19A2E35A-6B06-6981-961A-B2CE81A89C0E}"/>
              </a:ext>
            </a:extLst>
          </p:cNvPr>
          <p:cNvPicPr>
            <a:picLocks noChangeAspect="1"/>
          </p:cNvPicPr>
          <p:nvPr/>
        </p:nvPicPr>
        <p:blipFill>
          <a:blip r:embed="rId4"/>
          <a:srcRect b="17496"/>
          <a:stretch>
            <a:fillRect/>
          </a:stretch>
        </p:blipFill>
        <p:spPr>
          <a:xfrm>
            <a:off x="130358" y="3774831"/>
            <a:ext cx="5441388" cy="3036277"/>
          </a:xfrm>
          <a:prstGeom prst="rect">
            <a:avLst/>
          </a:prstGeom>
        </p:spPr>
      </p:pic>
      <p:pic>
        <p:nvPicPr>
          <p:cNvPr id="25" name="Picture 24">
            <a:extLst>
              <a:ext uri="{FF2B5EF4-FFF2-40B4-BE49-F238E27FC236}">
                <a16:creationId xmlns:a16="http://schemas.microsoft.com/office/drawing/2014/main" id="{C75AEC52-FA10-37AD-2FDF-BB0D7912FE85}"/>
              </a:ext>
            </a:extLst>
          </p:cNvPr>
          <p:cNvPicPr>
            <a:picLocks noChangeAspect="1"/>
          </p:cNvPicPr>
          <p:nvPr/>
        </p:nvPicPr>
        <p:blipFill>
          <a:blip r:embed="rId5"/>
          <a:stretch>
            <a:fillRect/>
          </a:stretch>
        </p:blipFill>
        <p:spPr>
          <a:xfrm>
            <a:off x="5594969" y="2717915"/>
            <a:ext cx="6443006" cy="790685"/>
          </a:xfrm>
          <a:prstGeom prst="rect">
            <a:avLst/>
          </a:prstGeom>
        </p:spPr>
      </p:pic>
      <p:sp>
        <p:nvSpPr>
          <p:cNvPr id="30" name="Cloud 29">
            <a:extLst>
              <a:ext uri="{FF2B5EF4-FFF2-40B4-BE49-F238E27FC236}">
                <a16:creationId xmlns:a16="http://schemas.microsoft.com/office/drawing/2014/main" id="{B336518E-A958-14FB-08FD-8D52B954D976}"/>
              </a:ext>
            </a:extLst>
          </p:cNvPr>
          <p:cNvSpPr/>
          <p:nvPr/>
        </p:nvSpPr>
        <p:spPr>
          <a:xfrm>
            <a:off x="6114871" y="4465057"/>
            <a:ext cx="5403201" cy="1285591"/>
          </a:xfrm>
          <a:prstGeom prst="cloud">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b="1" dirty="0">
                <a:solidFill>
                  <a:schemeClr val="bg2"/>
                </a:solidFill>
                <a:latin typeface="Arial" panose="020B0604020202020204" pitchFamily="34" charset="0"/>
                <a:cs typeface="Arial" panose="020B0604020202020204" pitchFamily="34" charset="0"/>
              </a:rPr>
              <a:t>The docker container is running but till now we can’t use it.</a:t>
            </a:r>
            <a:endParaRPr kumimoji="0" lang="en-US"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2" name="Rectangle 1">
            <a:extLst>
              <a:ext uri="{FF2B5EF4-FFF2-40B4-BE49-F238E27FC236}">
                <a16:creationId xmlns:a16="http://schemas.microsoft.com/office/drawing/2014/main" id="{DF142319-33C1-6153-338D-254BC6705CDE}"/>
              </a:ext>
            </a:extLst>
          </p:cNvPr>
          <p:cNvSpPr/>
          <p:nvPr/>
        </p:nvSpPr>
        <p:spPr>
          <a:xfrm>
            <a:off x="3519948" y="1243780"/>
            <a:ext cx="403122" cy="63909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panose="020B0604020202020204" pitchFamily="34" charset="0"/>
                <a:cs typeface="Arial" panose="020B0604020202020204" pitchFamily="34" charset="0"/>
              </a:rPr>
              <a:t>1</a:t>
            </a:r>
          </a:p>
        </p:txBody>
      </p:sp>
      <p:sp>
        <p:nvSpPr>
          <p:cNvPr id="3" name="Rectangle 2">
            <a:extLst>
              <a:ext uri="{FF2B5EF4-FFF2-40B4-BE49-F238E27FC236}">
                <a16:creationId xmlns:a16="http://schemas.microsoft.com/office/drawing/2014/main" id="{0A32FD87-4D1B-48FA-12DB-A8D5946062F6}"/>
              </a:ext>
            </a:extLst>
          </p:cNvPr>
          <p:cNvSpPr/>
          <p:nvPr/>
        </p:nvSpPr>
        <p:spPr>
          <a:xfrm>
            <a:off x="11138376" y="1243779"/>
            <a:ext cx="403122" cy="63909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panose="020B0604020202020204" pitchFamily="34" charset="0"/>
                <a:cs typeface="Arial" panose="020B0604020202020204" pitchFamily="34" charset="0"/>
              </a:rPr>
              <a:t>2</a:t>
            </a:r>
          </a:p>
        </p:txBody>
      </p:sp>
      <p:sp>
        <p:nvSpPr>
          <p:cNvPr id="4" name="Rectangle 3">
            <a:extLst>
              <a:ext uri="{FF2B5EF4-FFF2-40B4-BE49-F238E27FC236}">
                <a16:creationId xmlns:a16="http://schemas.microsoft.com/office/drawing/2014/main" id="{5F99F4C8-DA5E-5B53-3458-011B4C210868}"/>
              </a:ext>
            </a:extLst>
          </p:cNvPr>
          <p:cNvSpPr/>
          <p:nvPr/>
        </p:nvSpPr>
        <p:spPr>
          <a:xfrm>
            <a:off x="4049318" y="5974308"/>
            <a:ext cx="403122" cy="63909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panose="020B0604020202020204" pitchFamily="34" charset="0"/>
                <a:cs typeface="Arial" panose="020B0604020202020204" pitchFamily="34" charset="0"/>
              </a:rPr>
              <a:t>3</a:t>
            </a:r>
          </a:p>
        </p:txBody>
      </p:sp>
      <p:sp>
        <p:nvSpPr>
          <p:cNvPr id="5" name="Rectangle 4">
            <a:extLst>
              <a:ext uri="{FF2B5EF4-FFF2-40B4-BE49-F238E27FC236}">
                <a16:creationId xmlns:a16="http://schemas.microsoft.com/office/drawing/2014/main" id="{07786114-536F-48A3-0E78-E284EA4B5B9B}"/>
              </a:ext>
            </a:extLst>
          </p:cNvPr>
          <p:cNvSpPr/>
          <p:nvPr/>
        </p:nvSpPr>
        <p:spPr>
          <a:xfrm>
            <a:off x="9506222" y="3245152"/>
            <a:ext cx="403122" cy="63909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panose="020B0604020202020204" pitchFamily="34" charset="0"/>
                <a:cs typeface="Arial" panose="020B0604020202020204" pitchFamily="34" charset="0"/>
              </a:rPr>
              <a:t>3</a:t>
            </a:r>
          </a:p>
        </p:txBody>
      </p:sp>
    </p:spTree>
    <p:extLst>
      <p:ext uri="{BB962C8B-B14F-4D97-AF65-F5344CB8AC3E}">
        <p14:creationId xmlns:p14="http://schemas.microsoft.com/office/powerpoint/2010/main" val="1809646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6388F1A5-0BAD-645B-830E-54D5E2DDC65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D3222EC2-79CC-89DF-3B84-E2569505C55B}"/>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Port Binding:</a:t>
            </a:r>
          </a:p>
        </p:txBody>
      </p:sp>
      <p:pic>
        <p:nvPicPr>
          <p:cNvPr id="32" name="Picture 31">
            <a:extLst>
              <a:ext uri="{FF2B5EF4-FFF2-40B4-BE49-F238E27FC236}">
                <a16:creationId xmlns:a16="http://schemas.microsoft.com/office/drawing/2014/main" id="{09451033-EE79-76EF-2EBA-5571C21C63FA}"/>
              </a:ext>
            </a:extLst>
          </p:cNvPr>
          <p:cNvPicPr>
            <a:picLocks noChangeAspect="1"/>
          </p:cNvPicPr>
          <p:nvPr/>
        </p:nvPicPr>
        <p:blipFill>
          <a:blip r:embed="rId2"/>
          <a:srcRect b="36320"/>
          <a:stretch>
            <a:fillRect/>
          </a:stretch>
        </p:blipFill>
        <p:spPr>
          <a:xfrm>
            <a:off x="1319783" y="1072151"/>
            <a:ext cx="9552433" cy="780095"/>
          </a:xfrm>
          <a:prstGeom prst="rect">
            <a:avLst/>
          </a:prstGeom>
        </p:spPr>
      </p:pic>
      <p:cxnSp>
        <p:nvCxnSpPr>
          <p:cNvPr id="3" name="Straight Arrow Connector 2">
            <a:extLst>
              <a:ext uri="{FF2B5EF4-FFF2-40B4-BE49-F238E27FC236}">
                <a16:creationId xmlns:a16="http://schemas.microsoft.com/office/drawing/2014/main" id="{1EF5E766-B3D9-9DEC-0CEE-CAF36CFDB0BD}"/>
              </a:ext>
            </a:extLst>
          </p:cNvPr>
          <p:cNvCxnSpPr/>
          <p:nvPr/>
        </p:nvCxnSpPr>
        <p:spPr>
          <a:xfrm flipH="1">
            <a:off x="1430216" y="1852246"/>
            <a:ext cx="304800" cy="7033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B973E91E-9A83-8592-20CB-6A875BD71E98}"/>
              </a:ext>
            </a:extLst>
          </p:cNvPr>
          <p:cNvPicPr>
            <a:picLocks noChangeAspect="1"/>
          </p:cNvPicPr>
          <p:nvPr/>
        </p:nvPicPr>
        <p:blipFill>
          <a:blip r:embed="rId3"/>
          <a:srcRect r="41337"/>
          <a:stretch>
            <a:fillRect/>
          </a:stretch>
        </p:blipFill>
        <p:spPr>
          <a:xfrm>
            <a:off x="83428" y="2555631"/>
            <a:ext cx="6985587" cy="1400370"/>
          </a:xfrm>
          <a:prstGeom prst="rect">
            <a:avLst/>
          </a:prstGeom>
        </p:spPr>
      </p:pic>
      <p:sp>
        <p:nvSpPr>
          <p:cNvPr id="7" name="TextBox 6">
            <a:extLst>
              <a:ext uri="{FF2B5EF4-FFF2-40B4-BE49-F238E27FC236}">
                <a16:creationId xmlns:a16="http://schemas.microsoft.com/office/drawing/2014/main" id="{6DBD3EB6-76FD-FC66-2705-EAE934123C01}"/>
              </a:ext>
            </a:extLst>
          </p:cNvPr>
          <p:cNvSpPr txBox="1"/>
          <p:nvPr/>
        </p:nvSpPr>
        <p:spPr>
          <a:xfrm>
            <a:off x="1748303" y="2213048"/>
            <a:ext cx="3116773" cy="369332"/>
          </a:xfrm>
          <a:prstGeom prst="rect">
            <a:avLst/>
          </a:prstGeom>
          <a:noFill/>
        </p:spPr>
        <p:txBody>
          <a:bodyPr wrap="square" rtlCol="1">
            <a:spAutoFit/>
          </a:bodyPr>
          <a:lstStyle/>
          <a:p>
            <a:r>
              <a:rPr lang="en-US" b="1" dirty="0">
                <a:solidFill>
                  <a:srgbClr val="FF0000"/>
                </a:solidFill>
                <a:latin typeface="Arial" panose="020B0604020202020204" pitchFamily="34" charset="0"/>
                <a:cs typeface="Arial" panose="020B0604020202020204" pitchFamily="34" charset="0"/>
              </a:rPr>
              <a:t>Stop a running container</a:t>
            </a:r>
          </a:p>
        </p:txBody>
      </p:sp>
      <p:cxnSp>
        <p:nvCxnSpPr>
          <p:cNvPr id="9" name="Straight Arrow Connector 8">
            <a:extLst>
              <a:ext uri="{FF2B5EF4-FFF2-40B4-BE49-F238E27FC236}">
                <a16:creationId xmlns:a16="http://schemas.microsoft.com/office/drawing/2014/main" id="{13A5BEBE-4F25-E2BC-62B6-AC3D3DADA0F7}"/>
              </a:ext>
            </a:extLst>
          </p:cNvPr>
          <p:cNvCxnSpPr>
            <a:cxnSpLocks/>
          </p:cNvCxnSpPr>
          <p:nvPr/>
        </p:nvCxnSpPr>
        <p:spPr>
          <a:xfrm>
            <a:off x="8733890" y="1855838"/>
            <a:ext cx="386664" cy="5363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C8D7B434-75A3-DC91-1DD3-55C4CED84470}"/>
              </a:ext>
            </a:extLst>
          </p:cNvPr>
          <p:cNvSpPr txBox="1"/>
          <p:nvPr/>
        </p:nvSpPr>
        <p:spPr>
          <a:xfrm>
            <a:off x="8520841" y="2370965"/>
            <a:ext cx="3116773" cy="369332"/>
          </a:xfrm>
          <a:prstGeom prst="rect">
            <a:avLst/>
          </a:prstGeom>
          <a:noFill/>
        </p:spPr>
        <p:txBody>
          <a:bodyPr wrap="square" rtlCol="1">
            <a:spAutoFit/>
          </a:bodyPr>
          <a:lstStyle/>
          <a:p>
            <a:r>
              <a:rPr lang="en-US" b="1" dirty="0">
                <a:solidFill>
                  <a:srgbClr val="FF0000"/>
                </a:solidFill>
                <a:latin typeface="Arial" panose="020B0604020202020204" pitchFamily="34" charset="0"/>
                <a:cs typeface="Arial" panose="020B0604020202020204" pitchFamily="34" charset="0"/>
              </a:rPr>
              <a:t>What is this?</a:t>
            </a:r>
          </a:p>
        </p:txBody>
      </p:sp>
      <p:sp>
        <p:nvSpPr>
          <p:cNvPr id="12" name="Rectangle 11">
            <a:extLst>
              <a:ext uri="{FF2B5EF4-FFF2-40B4-BE49-F238E27FC236}">
                <a16:creationId xmlns:a16="http://schemas.microsoft.com/office/drawing/2014/main" id="{988F3C10-3210-A6BB-8026-9DF5181139D5}"/>
              </a:ext>
            </a:extLst>
          </p:cNvPr>
          <p:cNvSpPr/>
          <p:nvPr/>
        </p:nvSpPr>
        <p:spPr>
          <a:xfrm>
            <a:off x="54121" y="4067909"/>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BF0E05AB-2FD6-FEEE-1071-D65268C83CC0}"/>
              </a:ext>
            </a:extLst>
          </p:cNvPr>
          <p:cNvSpPr/>
          <p:nvPr/>
        </p:nvSpPr>
        <p:spPr>
          <a:xfrm>
            <a:off x="130320" y="4067909"/>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bg2"/>
                </a:solidFill>
                <a:latin typeface="Arial" panose="020B0604020202020204" pitchFamily="34" charset="0"/>
                <a:cs typeface="Arial" panose="020B0604020202020204" pitchFamily="34" charset="0"/>
              </a:rPr>
              <a:t>App inside container runs in an isolated Docker Network. This allows us to run the same app running on the same port multiple times.</a:t>
            </a:r>
            <a:endParaRPr kumimoji="0" lang="en-US"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pic>
        <p:nvPicPr>
          <p:cNvPr id="16" name="Picture 15">
            <a:extLst>
              <a:ext uri="{FF2B5EF4-FFF2-40B4-BE49-F238E27FC236}">
                <a16:creationId xmlns:a16="http://schemas.microsoft.com/office/drawing/2014/main" id="{680B11B9-08DC-1D15-D622-108E88DE139F}"/>
              </a:ext>
            </a:extLst>
          </p:cNvPr>
          <p:cNvPicPr>
            <a:picLocks noChangeAspect="1"/>
          </p:cNvPicPr>
          <p:nvPr/>
        </p:nvPicPr>
        <p:blipFill>
          <a:blip r:embed="rId4"/>
          <a:stretch>
            <a:fillRect/>
          </a:stretch>
        </p:blipFill>
        <p:spPr>
          <a:xfrm>
            <a:off x="58455" y="4848815"/>
            <a:ext cx="12075088" cy="904451"/>
          </a:xfrm>
          <a:prstGeom prst="rect">
            <a:avLst/>
          </a:prstGeom>
        </p:spPr>
      </p:pic>
      <p:sp>
        <p:nvSpPr>
          <p:cNvPr id="17" name="Rectangle 16">
            <a:extLst>
              <a:ext uri="{FF2B5EF4-FFF2-40B4-BE49-F238E27FC236}">
                <a16:creationId xmlns:a16="http://schemas.microsoft.com/office/drawing/2014/main" id="{8AB90CB5-7C45-B0F6-D449-77D69067E1AA}"/>
              </a:ext>
            </a:extLst>
          </p:cNvPr>
          <p:cNvSpPr/>
          <p:nvPr/>
        </p:nvSpPr>
        <p:spPr>
          <a:xfrm>
            <a:off x="8733791" y="4827143"/>
            <a:ext cx="773525" cy="92612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18" name="Rectangle 17">
            <a:extLst>
              <a:ext uri="{FF2B5EF4-FFF2-40B4-BE49-F238E27FC236}">
                <a16:creationId xmlns:a16="http://schemas.microsoft.com/office/drawing/2014/main" id="{7ED1E1E4-1865-D67C-2D86-DF7A72BF6350}"/>
              </a:ext>
            </a:extLst>
          </p:cNvPr>
          <p:cNvSpPr/>
          <p:nvPr/>
        </p:nvSpPr>
        <p:spPr>
          <a:xfrm>
            <a:off x="54121" y="5853451"/>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9525A879-1F03-81AF-7B83-9A489DE3509F}"/>
              </a:ext>
            </a:extLst>
          </p:cNvPr>
          <p:cNvSpPr/>
          <p:nvPr/>
        </p:nvSpPr>
        <p:spPr>
          <a:xfrm>
            <a:off x="130320" y="5853451"/>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bg2"/>
                </a:solidFill>
                <a:latin typeface="Arial" panose="020B0604020202020204" pitchFamily="34" charset="0"/>
                <a:cs typeface="Arial" panose="020B0604020202020204" pitchFamily="34" charset="0"/>
              </a:rPr>
              <a:t>So, we need to expose the container port to the host (the machine the container runs on).</a:t>
            </a:r>
            <a:endParaRPr kumimoji="0" lang="en-US"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1623854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981AD91A-80F1-9D24-090A-988FE156346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61BCDD6-53BA-1B2C-05DB-50D4C9185B42}"/>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Port Binding:</a:t>
            </a:r>
          </a:p>
        </p:txBody>
      </p:sp>
      <p:sp>
        <p:nvSpPr>
          <p:cNvPr id="18" name="Rectangle 17">
            <a:extLst>
              <a:ext uri="{FF2B5EF4-FFF2-40B4-BE49-F238E27FC236}">
                <a16:creationId xmlns:a16="http://schemas.microsoft.com/office/drawing/2014/main" id="{FB3F203C-3B66-CA11-36BF-EE1B28F077CA}"/>
              </a:ext>
            </a:extLst>
          </p:cNvPr>
          <p:cNvSpPr/>
          <p:nvPr/>
        </p:nvSpPr>
        <p:spPr>
          <a:xfrm>
            <a:off x="148223" y="1152497"/>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1895DA69-6F80-08D7-8720-9D29003DC9AC}"/>
              </a:ext>
            </a:extLst>
          </p:cNvPr>
          <p:cNvSpPr/>
          <p:nvPr/>
        </p:nvSpPr>
        <p:spPr>
          <a:xfrm>
            <a:off x="224422" y="1152497"/>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bg2"/>
                </a:solidFill>
                <a:latin typeface="Arial" panose="020B0604020202020204" pitchFamily="34" charset="0"/>
                <a:cs typeface="Arial" panose="020B0604020202020204" pitchFamily="34" charset="0"/>
              </a:rPr>
              <a:t>Port Binding: Binds the container port to the host port to make the service available to the outside world</a:t>
            </a:r>
            <a:endParaRPr kumimoji="0" lang="en-US"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pic>
        <p:nvPicPr>
          <p:cNvPr id="4" name="Picture 3">
            <a:extLst>
              <a:ext uri="{FF2B5EF4-FFF2-40B4-BE49-F238E27FC236}">
                <a16:creationId xmlns:a16="http://schemas.microsoft.com/office/drawing/2014/main" id="{5EBDFDDB-FFE4-475A-BCF0-AD5E1675E95E}"/>
              </a:ext>
            </a:extLst>
          </p:cNvPr>
          <p:cNvPicPr>
            <a:picLocks noChangeAspect="1"/>
          </p:cNvPicPr>
          <p:nvPr/>
        </p:nvPicPr>
        <p:blipFill>
          <a:blip r:embed="rId2"/>
          <a:stretch>
            <a:fillRect/>
          </a:stretch>
        </p:blipFill>
        <p:spPr>
          <a:xfrm>
            <a:off x="148223" y="1994976"/>
            <a:ext cx="11743154" cy="1981477"/>
          </a:xfrm>
          <a:prstGeom prst="rect">
            <a:avLst/>
          </a:prstGeom>
        </p:spPr>
      </p:pic>
      <p:pic>
        <p:nvPicPr>
          <p:cNvPr id="10" name="Picture 9">
            <a:extLst>
              <a:ext uri="{FF2B5EF4-FFF2-40B4-BE49-F238E27FC236}">
                <a16:creationId xmlns:a16="http://schemas.microsoft.com/office/drawing/2014/main" id="{452A3468-04A8-FFA6-D6BB-35F66847AC5B}"/>
              </a:ext>
            </a:extLst>
          </p:cNvPr>
          <p:cNvPicPr>
            <a:picLocks noChangeAspect="1"/>
          </p:cNvPicPr>
          <p:nvPr/>
        </p:nvPicPr>
        <p:blipFill>
          <a:blip r:embed="rId3"/>
          <a:stretch>
            <a:fillRect/>
          </a:stretch>
        </p:blipFill>
        <p:spPr>
          <a:xfrm>
            <a:off x="148223" y="4138211"/>
            <a:ext cx="10621857" cy="2608675"/>
          </a:xfrm>
          <a:prstGeom prst="rect">
            <a:avLst/>
          </a:prstGeom>
        </p:spPr>
      </p:pic>
    </p:spTree>
    <p:extLst>
      <p:ext uri="{BB962C8B-B14F-4D97-AF65-F5344CB8AC3E}">
        <p14:creationId xmlns:p14="http://schemas.microsoft.com/office/powerpoint/2010/main" val="3135933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20837F6C-06C6-755F-B4D7-CAFC7A284458}"/>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AF113E30-2BB6-5E16-2814-EA047662056B}"/>
              </a:ext>
            </a:extLst>
          </p:cNvPr>
          <p:cNvSpPr txBox="1">
            <a:spLocks/>
          </p:cNvSpPr>
          <p:nvPr/>
        </p:nvSpPr>
        <p:spPr>
          <a:xfrm>
            <a:off x="228599"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5400" b="1" i="0" u="none" strike="noStrike" kern="1200" cap="none" spc="0" normalizeH="0" baseline="0" noProof="0">
                <a:ln>
                  <a:noFill/>
                </a:ln>
                <a:solidFill>
                  <a:prstClr val="black"/>
                </a:solidFill>
                <a:effectLst/>
                <a:uLnTx/>
                <a:uFillTx/>
                <a:latin typeface="Times New Roman" panose="02020603050405020304" pitchFamily="18" charset="0"/>
                <a:ea typeface="+mj-ea"/>
                <a:cs typeface="Times New Roman" panose="02020603050405020304" pitchFamily="18" charset="0"/>
              </a:rPr>
              <a:t>References:</a:t>
            </a:r>
            <a:endParaRPr kumimoji="0" lang="en-US" sz="5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p:txBody>
      </p:sp>
      <p:sp>
        <p:nvSpPr>
          <p:cNvPr id="16" name="TextBox 15">
            <a:extLst>
              <a:ext uri="{FF2B5EF4-FFF2-40B4-BE49-F238E27FC236}">
                <a16:creationId xmlns:a16="http://schemas.microsoft.com/office/drawing/2014/main" id="{55836550-7F6C-4741-41F6-84B197D95F7F}"/>
              </a:ext>
            </a:extLst>
          </p:cNvPr>
          <p:cNvSpPr txBox="1"/>
          <p:nvPr/>
        </p:nvSpPr>
        <p:spPr>
          <a:xfrm>
            <a:off x="228599" y="1535739"/>
            <a:ext cx="10774017"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https://docs.docker.com/</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83F5A99B-00D6-0B05-C9CF-23BB1D270C69}"/>
              </a:ext>
            </a:extLst>
          </p:cNvPr>
          <p:cNvSpPr txBox="1"/>
          <p:nvPr/>
        </p:nvSpPr>
        <p:spPr>
          <a:xfrm>
            <a:off x="228599" y="2146025"/>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https://www.hostinger.com/tutorials/docker-tutorial</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B979D2C8-DAE6-BD0B-59EE-FE189E245BCF}"/>
              </a:ext>
            </a:extLst>
          </p:cNvPr>
          <p:cNvSpPr txBox="1"/>
          <p:nvPr/>
        </p:nvSpPr>
        <p:spPr>
          <a:xfrm>
            <a:off x="228599" y="2756311"/>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https://www.youtube.com/watch?v=pg19Z8LL06w&amp;t=1s</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 name="Title 1">
            <a:extLst>
              <a:ext uri="{FF2B5EF4-FFF2-40B4-BE49-F238E27FC236}">
                <a16:creationId xmlns:a16="http://schemas.microsoft.com/office/drawing/2014/main" id="{326DB990-5596-C9CA-A106-980DA6E06B62}"/>
              </a:ext>
            </a:extLst>
          </p:cNvPr>
          <p:cNvSpPr txBox="1">
            <a:spLocks/>
          </p:cNvSpPr>
          <p:nvPr/>
        </p:nvSpPr>
        <p:spPr>
          <a:xfrm>
            <a:off x="228599" y="41090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5400" b="1" dirty="0">
                <a:solidFill>
                  <a:prstClr val="black"/>
                </a:solidFill>
                <a:latin typeface="Times New Roman" panose="02020603050405020304" pitchFamily="18" charset="0"/>
                <a:cs typeface="Times New Roman" panose="02020603050405020304" pitchFamily="18" charset="0"/>
              </a:rPr>
              <a:t>Section Record</a:t>
            </a:r>
            <a:r>
              <a:rPr kumimoji="0" lang="en-US" sz="5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a:t>
            </a:r>
          </a:p>
        </p:txBody>
      </p:sp>
      <p:sp>
        <p:nvSpPr>
          <p:cNvPr id="4" name="TextBox 3">
            <a:extLst>
              <a:ext uri="{FF2B5EF4-FFF2-40B4-BE49-F238E27FC236}">
                <a16:creationId xmlns:a16="http://schemas.microsoft.com/office/drawing/2014/main" id="{0A4A4F9A-2294-7279-A8F2-8581E575C5DF}"/>
              </a:ext>
            </a:extLst>
          </p:cNvPr>
          <p:cNvSpPr txBox="1"/>
          <p:nvPr/>
        </p:nvSpPr>
        <p:spPr>
          <a:xfrm>
            <a:off x="228599" y="5372247"/>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https://drive.google.com/file/d/1bXiIvs29lPrt4hX37Lfk8PueLlXD2_A6/view?usp=sharing</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93319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BACFB3-8B18-F186-25D2-C0E0C1E7154A}"/>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Rectangle 2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itle 1">
            <a:extLst>
              <a:ext uri="{FF2B5EF4-FFF2-40B4-BE49-F238E27FC236}">
                <a16:creationId xmlns:a16="http://schemas.microsoft.com/office/drawing/2014/main" id="{8147A38C-CCA5-39B7-802B-57C179F5D6CE}"/>
              </a:ext>
            </a:extLst>
          </p:cNvPr>
          <p:cNvSpPr txBox="1">
            <a:spLocks/>
          </p:cNvSpPr>
          <p:nvPr/>
        </p:nvSpPr>
        <p:spPr>
          <a:xfrm>
            <a:off x="1524000" y="1293338"/>
            <a:ext cx="9144000" cy="32745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US" sz="7200" b="1" i="0" u="none" strike="noStrike" kern="1200" cap="none" spc="0" normalizeH="0" baseline="0" noProof="0" dirty="0">
                <a:ln>
                  <a:noFill/>
                </a:ln>
                <a:solidFill>
                  <a:prstClr val="black"/>
                </a:solidFill>
                <a:effectLst/>
                <a:uLnTx/>
                <a:uFillTx/>
                <a:latin typeface="Aptos Display" panose="02110004020202020204"/>
                <a:ea typeface="+mj-ea"/>
                <a:cs typeface="+mj-cs"/>
              </a:rPr>
              <a:t>THANK YOU</a:t>
            </a:r>
          </a:p>
        </p:txBody>
      </p:sp>
      <p:cxnSp>
        <p:nvCxnSpPr>
          <p:cNvPr id="26" name="Straight Connector 25">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6714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594</TotalTime>
  <Words>1233</Words>
  <Application>Microsoft Office PowerPoint</Application>
  <PresentationFormat>Widescreen</PresentationFormat>
  <Paragraphs>73</Paragraphs>
  <Slides>16</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16</vt:i4>
      </vt:variant>
    </vt:vector>
  </HeadingPairs>
  <TitlesOfParts>
    <vt:vector size="24" baseType="lpstr">
      <vt:lpstr>Amasis MT Pro</vt:lpstr>
      <vt:lpstr>Aptos</vt:lpstr>
      <vt:lpstr>Aptos Display</vt:lpstr>
      <vt:lpstr>Arial</vt:lpstr>
      <vt:lpstr>Calibri</vt:lpstr>
      <vt:lpstr>Times New Roman</vt:lpstr>
      <vt:lpstr>Office Theme</vt:lpstr>
      <vt:lpstr>1_Office Theme</vt:lpstr>
      <vt:lpstr>PowerPoint Presentation</vt:lpstr>
      <vt:lpstr>What is Docker:</vt:lpstr>
      <vt:lpstr>What is Containerization:</vt:lpstr>
      <vt:lpstr>What is Containerization:</vt:lpstr>
      <vt:lpstr>What is Containerization:</vt:lpstr>
      <vt:lpstr>Why should I use Docker?</vt:lpstr>
      <vt:lpstr>PowerPoint Presentation</vt:lpstr>
      <vt:lpstr>Docker Engine:</vt:lpstr>
      <vt:lpstr>Docker Hub:</vt:lpstr>
      <vt:lpstr>Docker Images:</vt:lpstr>
      <vt:lpstr>Docker Containers:</vt:lpstr>
      <vt:lpstr>Running Docker Images:</vt:lpstr>
      <vt:lpstr>Port Binding:</vt:lpstr>
      <vt:lpstr>Port Binding: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alHasan 20367648</dc:creator>
  <cp:lastModifiedBy>alHasan 20367648</cp:lastModifiedBy>
  <cp:revision>153</cp:revision>
  <dcterms:created xsi:type="dcterms:W3CDTF">2026-03-07T15:17:43Z</dcterms:created>
  <dcterms:modified xsi:type="dcterms:W3CDTF">2026-03-24T21:49:49Z</dcterms:modified>
</cp:coreProperties>
</file>